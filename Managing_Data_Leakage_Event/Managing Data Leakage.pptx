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0" r:id="rId4"/>
    <p:sldMasterId id="2147483721" r:id="rId5"/>
    <p:sldMasterId id="214748372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Lora Medium"/>
      <p:regular r:id="rId18"/>
      <p:bold r:id="rId19"/>
      <p:italic r:id="rId20"/>
      <p:boldItalic r:id="rId21"/>
    </p:embeddedFont>
    <p:embeddedFont>
      <p:font typeface="Bebas Neue"/>
      <p:regular r:id="rId22"/>
    </p:embeddedFont>
    <p:embeddedFont>
      <p:font typeface="Georama ExtraBold"/>
      <p:bold r:id="rId23"/>
      <p:boldItalic r:id="rId24"/>
    </p:embeddedFont>
    <p:embeddedFont>
      <p:font typeface="Lora"/>
      <p:regular r:id="rId25"/>
      <p:bold r:id="rId26"/>
      <p:italic r:id="rId27"/>
      <p:boldItalic r:id="rId28"/>
    </p:embeddedFont>
    <p:embeddedFont>
      <p:font typeface="Georama Medium"/>
      <p:regular r:id="rId29"/>
      <p:bold r:id="rId30"/>
      <p:italic r:id="rId31"/>
      <p:boldItalic r:id="rId32"/>
    </p:embeddedFont>
    <p:embeddedFont>
      <p:font typeface="Georama Light"/>
      <p:regular r:id="rId33"/>
      <p:bold r:id="rId34"/>
      <p:italic r:id="rId35"/>
      <p:boldItalic r:id="rId36"/>
    </p:embeddedFont>
    <p:embeddedFont>
      <p:font typeface="Oswald"/>
      <p:regular r:id="rId37"/>
      <p:bold r:id="rId38"/>
    </p:embeddedFont>
    <p:embeddedFont>
      <p:font typeface="DM Sans"/>
      <p:regular r:id="rId39"/>
      <p:bold r:id="rId40"/>
      <p:italic r:id="rId41"/>
      <p:boldItalic r:id="rId42"/>
    </p:embeddedFont>
    <p:embeddedFont>
      <p:font typeface="Georama ExtraLight"/>
      <p:regular r:id="rId43"/>
      <p:bold r:id="rId44"/>
      <p:italic r:id="rId45"/>
      <p:boldItalic r:id="rId46"/>
    </p:embeddedFont>
    <p:embeddedFont>
      <p:font typeface="Georama Thin"/>
      <p:regular r:id="rId47"/>
      <p:bold r:id="rId48"/>
      <p:italic r:id="rId49"/>
      <p:boldItalic r:id="rId50"/>
    </p:embeddedFont>
    <p:embeddedFont>
      <p:font typeface="Forum"/>
      <p:regular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.fntdata"/><Relationship Id="rId42" Type="http://schemas.openxmlformats.org/officeDocument/2006/relationships/font" Target="fonts/DMSans-boldItalic.fntdata"/><Relationship Id="rId41" Type="http://schemas.openxmlformats.org/officeDocument/2006/relationships/font" Target="fonts/DMSans-italic.fntdata"/><Relationship Id="rId44" Type="http://schemas.openxmlformats.org/officeDocument/2006/relationships/font" Target="fonts/GeoramaExtraLight-bold.fntdata"/><Relationship Id="rId43" Type="http://schemas.openxmlformats.org/officeDocument/2006/relationships/font" Target="fonts/GeoramaExtraLight-regular.fntdata"/><Relationship Id="rId46" Type="http://schemas.openxmlformats.org/officeDocument/2006/relationships/font" Target="fonts/GeoramaExtraLight-boldItalic.fntdata"/><Relationship Id="rId45" Type="http://schemas.openxmlformats.org/officeDocument/2006/relationships/font" Target="fonts/GeoramaExtra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GeoramaThin-bold.fntdata"/><Relationship Id="rId47" Type="http://schemas.openxmlformats.org/officeDocument/2006/relationships/font" Target="fonts/GeoramaThin-regular.fntdata"/><Relationship Id="rId49" Type="http://schemas.openxmlformats.org/officeDocument/2006/relationships/font" Target="fonts/GeoramaThin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GeoramaMedium-italic.fntdata"/><Relationship Id="rId30" Type="http://schemas.openxmlformats.org/officeDocument/2006/relationships/font" Target="fonts/GeoramaMedium-bold.fntdata"/><Relationship Id="rId33" Type="http://schemas.openxmlformats.org/officeDocument/2006/relationships/font" Target="fonts/GeoramaLight-regular.fntdata"/><Relationship Id="rId32" Type="http://schemas.openxmlformats.org/officeDocument/2006/relationships/font" Target="fonts/GeoramaMedium-boldItalic.fntdata"/><Relationship Id="rId35" Type="http://schemas.openxmlformats.org/officeDocument/2006/relationships/font" Target="fonts/GeoramaLight-italic.fntdata"/><Relationship Id="rId34" Type="http://schemas.openxmlformats.org/officeDocument/2006/relationships/font" Target="fonts/GeoramaLight-bold.fntdata"/><Relationship Id="rId37" Type="http://schemas.openxmlformats.org/officeDocument/2006/relationships/font" Target="fonts/Oswald-regular.fntdata"/><Relationship Id="rId36" Type="http://schemas.openxmlformats.org/officeDocument/2006/relationships/font" Target="fonts/GeoramaLight-boldItalic.fntdata"/><Relationship Id="rId39" Type="http://schemas.openxmlformats.org/officeDocument/2006/relationships/font" Target="fonts/DMSans-regular.fntdata"/><Relationship Id="rId38" Type="http://schemas.openxmlformats.org/officeDocument/2006/relationships/font" Target="fonts/Oswald-bold.fntdata"/><Relationship Id="rId20" Type="http://schemas.openxmlformats.org/officeDocument/2006/relationships/font" Target="fonts/LoraMedium-italic.fntdata"/><Relationship Id="rId22" Type="http://schemas.openxmlformats.org/officeDocument/2006/relationships/font" Target="fonts/BebasNeue-regular.fntdata"/><Relationship Id="rId21" Type="http://schemas.openxmlformats.org/officeDocument/2006/relationships/font" Target="fonts/LoraMedium-boldItalic.fntdata"/><Relationship Id="rId24" Type="http://schemas.openxmlformats.org/officeDocument/2006/relationships/font" Target="fonts/GeoramaExtraBold-boldItalic.fntdata"/><Relationship Id="rId23" Type="http://schemas.openxmlformats.org/officeDocument/2006/relationships/font" Target="fonts/GeoramaExtraBold-bold.fntdata"/><Relationship Id="rId26" Type="http://schemas.openxmlformats.org/officeDocument/2006/relationships/font" Target="fonts/Lora-bold.fntdata"/><Relationship Id="rId25" Type="http://schemas.openxmlformats.org/officeDocument/2006/relationships/font" Target="fonts/Lora-regular.fntdata"/><Relationship Id="rId28" Type="http://schemas.openxmlformats.org/officeDocument/2006/relationships/font" Target="fonts/Lora-boldItalic.fntdata"/><Relationship Id="rId27" Type="http://schemas.openxmlformats.org/officeDocument/2006/relationships/font" Target="fonts/Lora-italic.fntdata"/><Relationship Id="rId29" Type="http://schemas.openxmlformats.org/officeDocument/2006/relationships/font" Target="fonts/GeoramaMedium-regular.fntdata"/><Relationship Id="rId51" Type="http://schemas.openxmlformats.org/officeDocument/2006/relationships/font" Target="fonts/Forum-regular.fntdata"/><Relationship Id="rId50" Type="http://schemas.openxmlformats.org/officeDocument/2006/relationships/font" Target="fonts/GeoramaThin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LoraMedium-bold.fntdata"/><Relationship Id="rId18" Type="http://schemas.openxmlformats.org/officeDocument/2006/relationships/font" Target="fonts/Lora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98a10d3344432a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98a10d3344432a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Pseudonym</a:t>
            </a:r>
            <a:r>
              <a:rPr lang="en"/>
              <a:t> : Arewa Iyi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 information : Graduate student studying Data Analytics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is a subcategory of data analytics and my targeted concentration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am also the main organizer for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Miami Machine learning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PyData Miami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Skill up and network orlando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98a10d3344432a7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98a10d3344432a7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98a10d3344432a7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98a10d3344432a7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98a10d3344432a7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298a10d3344432a7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98a10d3344432a7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298a10d3344432a7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98a10d3344432a7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298a10d3344432a7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98a10d3344432a7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298a10d3344432a7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298a10d3344432a7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298a10d3344432a7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64b05bfb4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64b05bfb4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64b05bfb4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64b05bfb4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 type="title">
  <p:cSld name="TITL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6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4803700" y="370700"/>
            <a:ext cx="4028700" cy="15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_1">
    <p:bg>
      <p:bgPr>
        <a:solidFill>
          <a:schemeClr val="accen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7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4803700" y="3104400"/>
            <a:ext cx="4028700" cy="16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Georama Ligh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Georama Ligh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Georama Ligh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Georama Ligh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Georama Ligh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Georama Ligh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Georama Ligh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Georama Ligh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Georama Light"/>
              <a:buChar char="■"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type="title"/>
          </p:nvPr>
        </p:nvSpPr>
        <p:spPr>
          <a:xfrm>
            <a:off x="4803700" y="370700"/>
            <a:ext cx="4028700" cy="15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 type="secHead">
  <p:cSld name="SECTION_HEADER">
    <p:bg>
      <p:bgPr>
        <a:solidFill>
          <a:schemeClr val="lt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241225" y="3104375"/>
            <a:ext cx="4028700" cy="16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7" name="Google Shape;77;p18"/>
          <p:cNvSpPr txBox="1"/>
          <p:nvPr/>
        </p:nvSpPr>
        <p:spPr>
          <a:xfrm>
            <a:off x="152401" y="-1029475"/>
            <a:ext cx="40287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solidFill>
                  <a:schemeClr val="dk1"/>
                </a:solidFill>
                <a:latin typeface="Georama ExtraBold"/>
                <a:ea typeface="Georama ExtraBold"/>
                <a:cs typeface="Georama ExtraBold"/>
                <a:sym typeface="Georama ExtraBold"/>
              </a:rPr>
              <a:t>“</a:t>
            </a:r>
            <a:endParaRPr sz="40000">
              <a:solidFill>
                <a:schemeClr val="dk1"/>
              </a:solidFill>
              <a:latin typeface="Georama ExtraBold"/>
              <a:ea typeface="Georama ExtraBold"/>
              <a:cs typeface="Georama ExtraBold"/>
              <a:sym typeface="Georama ExtraBol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body">
  <p:cSld name="SECTION_HEADER_2">
    <p:bg>
      <p:bgPr>
        <a:solidFill>
          <a:schemeClr val="lt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241225" y="3104375"/>
            <a:ext cx="4028700" cy="16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SECTION_HEADER_1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241225" y="3104375"/>
            <a:ext cx="4028700" cy="16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Georama Ligh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Georama Ligh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Georama Ligh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Georama Ligh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Georama Ligh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Georama Ligh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Georama Ligh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Georama Ligh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Georama Light"/>
              <a:buChar char="■"/>
              <a:defRPr/>
            </a:lvl9pPr>
          </a:lstStyle>
          <a:p/>
        </p:txBody>
      </p:sp>
      <p:sp>
        <p:nvSpPr>
          <p:cNvPr id="84" name="Google Shape;84;p20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20"/>
          <p:cNvSpPr txBox="1"/>
          <p:nvPr>
            <p:ph type="title"/>
          </p:nvPr>
        </p:nvSpPr>
        <p:spPr>
          <a:xfrm>
            <a:off x="241225" y="370700"/>
            <a:ext cx="4028700" cy="15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image" type="tx">
  <p:cSld name="TITLE_AND_BODY">
    <p:bg>
      <p:bgPr>
        <a:solidFill>
          <a:schemeClr val="dk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type="title"/>
          </p:nvPr>
        </p:nvSpPr>
        <p:spPr>
          <a:xfrm>
            <a:off x="241225" y="370700"/>
            <a:ext cx="4342500" cy="13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0" name="Google Shape;90;p21"/>
          <p:cNvCxnSpPr/>
          <p:nvPr/>
        </p:nvCxnSpPr>
        <p:spPr>
          <a:xfrm>
            <a:off x="4714325" y="3208175"/>
            <a:ext cx="0" cy="1608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1" name="Google Shape;91;p21"/>
          <p:cNvSpPr/>
          <p:nvPr>
            <p:ph idx="2" type="pic"/>
          </p:nvPr>
        </p:nvSpPr>
        <p:spPr>
          <a:xfrm>
            <a:off x="7084925" y="0"/>
            <a:ext cx="2059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4967750" y="3435675"/>
            <a:ext cx="1889700" cy="13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Font typeface="Georama Medium"/>
              <a:buChar char="●"/>
              <a:defRPr sz="800">
                <a:latin typeface="Georama Medium"/>
                <a:ea typeface="Georama Medium"/>
                <a:cs typeface="Georama Medium"/>
                <a:sym typeface="Georama Medium"/>
              </a:defRPr>
            </a:lvl1pPr>
            <a:lvl2pPr indent="-2794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Font typeface="Georama Medium"/>
              <a:buChar char="○"/>
              <a:defRPr sz="800">
                <a:latin typeface="Georama Medium"/>
                <a:ea typeface="Georama Medium"/>
                <a:cs typeface="Georama Medium"/>
                <a:sym typeface="Georama Medium"/>
              </a:defRPr>
            </a:lvl2pPr>
            <a:lvl3pPr indent="-2794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Font typeface="Georama Medium"/>
              <a:buChar char="■"/>
              <a:defRPr sz="800">
                <a:latin typeface="Georama Medium"/>
                <a:ea typeface="Georama Medium"/>
                <a:cs typeface="Georama Medium"/>
                <a:sym typeface="Georama Medium"/>
              </a:defRPr>
            </a:lvl3pPr>
            <a:lvl4pPr indent="-2794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Font typeface="Georama Medium"/>
              <a:buChar char="●"/>
              <a:defRPr sz="800">
                <a:latin typeface="Georama Medium"/>
                <a:ea typeface="Georama Medium"/>
                <a:cs typeface="Georama Medium"/>
                <a:sym typeface="Georama Medium"/>
              </a:defRPr>
            </a:lvl4pPr>
            <a:lvl5pPr indent="-2794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Font typeface="Georama Medium"/>
              <a:buChar char="○"/>
              <a:defRPr sz="800">
                <a:latin typeface="Georama Medium"/>
                <a:ea typeface="Georama Medium"/>
                <a:cs typeface="Georama Medium"/>
                <a:sym typeface="Georama Medium"/>
              </a:defRPr>
            </a:lvl5pPr>
            <a:lvl6pPr indent="-2794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Font typeface="Georama Medium"/>
              <a:buChar char="■"/>
              <a:defRPr sz="800">
                <a:latin typeface="Georama Medium"/>
                <a:ea typeface="Georama Medium"/>
                <a:cs typeface="Georama Medium"/>
                <a:sym typeface="Georama Medium"/>
              </a:defRPr>
            </a:lvl6pPr>
            <a:lvl7pPr indent="-2794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Font typeface="Georama Medium"/>
              <a:buChar char="●"/>
              <a:defRPr sz="800">
                <a:latin typeface="Georama Medium"/>
                <a:ea typeface="Georama Medium"/>
                <a:cs typeface="Georama Medium"/>
                <a:sym typeface="Georama Medium"/>
              </a:defRPr>
            </a:lvl7pPr>
            <a:lvl8pPr indent="-2794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Font typeface="Georama Medium"/>
              <a:buChar char="○"/>
              <a:defRPr sz="800">
                <a:latin typeface="Georama Medium"/>
                <a:ea typeface="Georama Medium"/>
                <a:cs typeface="Georama Medium"/>
                <a:sym typeface="Georama Medium"/>
              </a:defRPr>
            </a:lvl8pPr>
            <a:lvl9pPr indent="-2794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Font typeface="Georama Medium"/>
              <a:buChar char="■"/>
              <a:defRPr sz="800">
                <a:latin typeface="Georama Medium"/>
                <a:ea typeface="Georama Medium"/>
                <a:cs typeface="Georama Medium"/>
                <a:sym typeface="Georama Medium"/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3" type="body"/>
          </p:nvPr>
        </p:nvSpPr>
        <p:spPr>
          <a:xfrm>
            <a:off x="241225" y="3104375"/>
            <a:ext cx="4028700" cy="16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image and title grid 1" type="twoColTx">
  <p:cSld name="TITLE_AND_TWO_COLUMNS">
    <p:bg>
      <p:bgPr>
        <a:solidFill>
          <a:schemeClr val="accent3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22"/>
          <p:cNvSpPr/>
          <p:nvPr>
            <p:ph idx="2" type="pic"/>
          </p:nvPr>
        </p:nvSpPr>
        <p:spPr>
          <a:xfrm>
            <a:off x="0" y="2571600"/>
            <a:ext cx="45720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22"/>
          <p:cNvSpPr/>
          <p:nvPr>
            <p:ph idx="3" type="pic"/>
          </p:nvPr>
        </p:nvSpPr>
        <p:spPr>
          <a:xfrm>
            <a:off x="4572000" y="0"/>
            <a:ext cx="45720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22"/>
          <p:cNvSpPr txBox="1"/>
          <p:nvPr>
            <p:ph type="title"/>
          </p:nvPr>
        </p:nvSpPr>
        <p:spPr>
          <a:xfrm>
            <a:off x="0" y="497700"/>
            <a:ext cx="4572000" cy="157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9pPr>
          </a:lstStyle>
          <a:p/>
        </p:txBody>
      </p:sp>
      <p:sp>
        <p:nvSpPr>
          <p:cNvPr id="99" name="Google Shape;99;p22"/>
          <p:cNvSpPr txBox="1"/>
          <p:nvPr>
            <p:ph idx="4" type="title"/>
          </p:nvPr>
        </p:nvSpPr>
        <p:spPr>
          <a:xfrm>
            <a:off x="4572000" y="3069300"/>
            <a:ext cx="4572000" cy="157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image and title grid 2">
  <p:cSld name="TITLE_AND_TWO_COLUMNS_1">
    <p:bg>
      <p:bgPr>
        <a:solidFill>
          <a:schemeClr val="lt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23"/>
          <p:cNvSpPr/>
          <p:nvPr>
            <p:ph idx="2" type="pic"/>
          </p:nvPr>
        </p:nvSpPr>
        <p:spPr>
          <a:xfrm>
            <a:off x="4572000" y="2571600"/>
            <a:ext cx="45720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3"/>
          <p:cNvSpPr/>
          <p:nvPr>
            <p:ph idx="3" type="pic"/>
          </p:nvPr>
        </p:nvSpPr>
        <p:spPr>
          <a:xfrm>
            <a:off x="0" y="0"/>
            <a:ext cx="45720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3"/>
          <p:cNvSpPr txBox="1"/>
          <p:nvPr>
            <p:ph type="title"/>
          </p:nvPr>
        </p:nvSpPr>
        <p:spPr>
          <a:xfrm>
            <a:off x="4572000" y="497700"/>
            <a:ext cx="4572000" cy="157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9pPr>
          </a:lstStyle>
          <a:p/>
        </p:txBody>
      </p:sp>
      <p:sp>
        <p:nvSpPr>
          <p:cNvPr id="105" name="Google Shape;105;p23"/>
          <p:cNvSpPr txBox="1"/>
          <p:nvPr>
            <p:ph idx="4" type="title"/>
          </p:nvPr>
        </p:nvSpPr>
        <p:spPr>
          <a:xfrm>
            <a:off x="0" y="3069300"/>
            <a:ext cx="4572000" cy="157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image and title grid">
  <p:cSld name="CUSTOM_4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24"/>
          <p:cNvSpPr/>
          <p:nvPr/>
        </p:nvSpPr>
        <p:spPr>
          <a:xfrm>
            <a:off x="0" y="2571761"/>
            <a:ext cx="3048000" cy="2571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ExtraLight"/>
              <a:ea typeface="Georama ExtraLight"/>
              <a:cs typeface="Georama ExtraLight"/>
              <a:sym typeface="Georama ExtraLight"/>
            </a:endParaRPr>
          </a:p>
        </p:txBody>
      </p:sp>
      <p:sp>
        <p:nvSpPr>
          <p:cNvPr id="109" name="Google Shape;109;p24"/>
          <p:cNvSpPr/>
          <p:nvPr/>
        </p:nvSpPr>
        <p:spPr>
          <a:xfrm>
            <a:off x="3048014" y="25"/>
            <a:ext cx="30480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ExtraLight"/>
              <a:ea typeface="Georama ExtraLight"/>
              <a:cs typeface="Georama ExtraLight"/>
              <a:sym typeface="Georama ExtraLight"/>
            </a:endParaRPr>
          </a:p>
        </p:txBody>
      </p:sp>
      <p:sp>
        <p:nvSpPr>
          <p:cNvPr id="110" name="Google Shape;110;p24"/>
          <p:cNvSpPr/>
          <p:nvPr/>
        </p:nvSpPr>
        <p:spPr>
          <a:xfrm>
            <a:off x="6096028" y="2571761"/>
            <a:ext cx="3048000" cy="2571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ExtraLight"/>
              <a:ea typeface="Georama ExtraLight"/>
              <a:cs typeface="Georama ExtraLight"/>
              <a:sym typeface="Georama ExtraLight"/>
            </a:endParaRPr>
          </a:p>
        </p:txBody>
      </p:sp>
      <p:sp>
        <p:nvSpPr>
          <p:cNvPr id="111" name="Google Shape;111;p24"/>
          <p:cNvSpPr/>
          <p:nvPr>
            <p:ph idx="2" type="pic"/>
          </p:nvPr>
        </p:nvSpPr>
        <p:spPr>
          <a:xfrm>
            <a:off x="33" y="25"/>
            <a:ext cx="30480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4"/>
          <p:cNvSpPr/>
          <p:nvPr>
            <p:ph idx="3" type="pic"/>
          </p:nvPr>
        </p:nvSpPr>
        <p:spPr>
          <a:xfrm>
            <a:off x="6096027" y="25"/>
            <a:ext cx="30480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4"/>
          <p:cNvSpPr/>
          <p:nvPr>
            <p:ph idx="4" type="pic"/>
          </p:nvPr>
        </p:nvSpPr>
        <p:spPr>
          <a:xfrm>
            <a:off x="3048030" y="2571761"/>
            <a:ext cx="30480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4"/>
          <p:cNvSpPr txBox="1"/>
          <p:nvPr>
            <p:ph type="title"/>
          </p:nvPr>
        </p:nvSpPr>
        <p:spPr>
          <a:xfrm>
            <a:off x="275975" y="3414455"/>
            <a:ext cx="2496000" cy="8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9pPr>
          </a:lstStyle>
          <a:p/>
        </p:txBody>
      </p:sp>
      <p:sp>
        <p:nvSpPr>
          <p:cNvPr id="115" name="Google Shape;115;p24"/>
          <p:cNvSpPr txBox="1"/>
          <p:nvPr>
            <p:ph idx="5" type="title"/>
          </p:nvPr>
        </p:nvSpPr>
        <p:spPr>
          <a:xfrm>
            <a:off x="3324025" y="842880"/>
            <a:ext cx="2496000" cy="8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6" type="title"/>
          </p:nvPr>
        </p:nvSpPr>
        <p:spPr>
          <a:xfrm>
            <a:off x="6372025" y="3414455"/>
            <a:ext cx="2496000" cy="8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image and title grid">
  <p:cSld name="CUSTOM_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5"/>
          <p:cNvSpPr/>
          <p:nvPr/>
        </p:nvSpPr>
        <p:spPr>
          <a:xfrm>
            <a:off x="0" y="1714500"/>
            <a:ext cx="2286000" cy="171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ExtraLight"/>
              <a:ea typeface="Georama ExtraLight"/>
              <a:cs typeface="Georama ExtraLight"/>
              <a:sym typeface="Georama ExtraLight"/>
            </a:endParaRPr>
          </a:p>
        </p:txBody>
      </p:sp>
      <p:sp>
        <p:nvSpPr>
          <p:cNvPr id="120" name="Google Shape;120;p25"/>
          <p:cNvSpPr/>
          <p:nvPr/>
        </p:nvSpPr>
        <p:spPr>
          <a:xfrm>
            <a:off x="2286038" y="0"/>
            <a:ext cx="2286000" cy="171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ExtraLight"/>
              <a:ea typeface="Georama ExtraLight"/>
              <a:cs typeface="Georama ExtraLight"/>
              <a:sym typeface="Georama ExtraLight"/>
            </a:endParaRPr>
          </a:p>
        </p:txBody>
      </p:sp>
      <p:sp>
        <p:nvSpPr>
          <p:cNvPr id="121" name="Google Shape;121;p25"/>
          <p:cNvSpPr/>
          <p:nvPr/>
        </p:nvSpPr>
        <p:spPr>
          <a:xfrm>
            <a:off x="2286038" y="3429000"/>
            <a:ext cx="22860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ExtraLight"/>
              <a:ea typeface="Georama ExtraLight"/>
              <a:cs typeface="Georama ExtraLight"/>
              <a:sym typeface="Georama ExtraLight"/>
            </a:endParaRPr>
          </a:p>
        </p:txBody>
      </p:sp>
      <p:sp>
        <p:nvSpPr>
          <p:cNvPr id="122" name="Google Shape;122;p25"/>
          <p:cNvSpPr/>
          <p:nvPr/>
        </p:nvSpPr>
        <p:spPr>
          <a:xfrm>
            <a:off x="4572075" y="1714500"/>
            <a:ext cx="2286000" cy="171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ExtraLight"/>
              <a:ea typeface="Georama ExtraLight"/>
              <a:cs typeface="Georama ExtraLight"/>
              <a:sym typeface="Georama ExtraLight"/>
            </a:endParaRPr>
          </a:p>
        </p:txBody>
      </p:sp>
      <p:sp>
        <p:nvSpPr>
          <p:cNvPr id="123" name="Google Shape;123;p25"/>
          <p:cNvSpPr/>
          <p:nvPr/>
        </p:nvSpPr>
        <p:spPr>
          <a:xfrm>
            <a:off x="6858113" y="0"/>
            <a:ext cx="22860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ExtraLight"/>
              <a:ea typeface="Georama ExtraLight"/>
              <a:cs typeface="Georama ExtraLight"/>
              <a:sym typeface="Georama ExtraLight"/>
            </a:endParaRPr>
          </a:p>
        </p:txBody>
      </p:sp>
      <p:sp>
        <p:nvSpPr>
          <p:cNvPr id="124" name="Google Shape;124;p25"/>
          <p:cNvSpPr/>
          <p:nvPr/>
        </p:nvSpPr>
        <p:spPr>
          <a:xfrm>
            <a:off x="6858113" y="3429000"/>
            <a:ext cx="22860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ExtraLight"/>
              <a:ea typeface="Georama ExtraLight"/>
              <a:cs typeface="Georama ExtraLight"/>
              <a:sym typeface="Georama ExtraLight"/>
            </a:endParaRPr>
          </a:p>
        </p:txBody>
      </p:sp>
      <p:sp>
        <p:nvSpPr>
          <p:cNvPr id="125" name="Google Shape;125;p25"/>
          <p:cNvSpPr/>
          <p:nvPr>
            <p:ph idx="2" type="pic"/>
          </p:nvPr>
        </p:nvSpPr>
        <p:spPr>
          <a:xfrm>
            <a:off x="25" y="0"/>
            <a:ext cx="2286000" cy="17145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5"/>
          <p:cNvSpPr/>
          <p:nvPr>
            <p:ph idx="3" type="pic"/>
          </p:nvPr>
        </p:nvSpPr>
        <p:spPr>
          <a:xfrm>
            <a:off x="4572075" y="0"/>
            <a:ext cx="2286000" cy="17145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5"/>
          <p:cNvSpPr/>
          <p:nvPr>
            <p:ph idx="4" type="pic"/>
          </p:nvPr>
        </p:nvSpPr>
        <p:spPr>
          <a:xfrm>
            <a:off x="25" y="3429000"/>
            <a:ext cx="2286000" cy="17145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5"/>
          <p:cNvSpPr/>
          <p:nvPr>
            <p:ph idx="5" type="pic"/>
          </p:nvPr>
        </p:nvSpPr>
        <p:spPr>
          <a:xfrm>
            <a:off x="4572075" y="3429000"/>
            <a:ext cx="2286000" cy="1714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5"/>
          <p:cNvSpPr/>
          <p:nvPr>
            <p:ph idx="6" type="pic"/>
          </p:nvPr>
        </p:nvSpPr>
        <p:spPr>
          <a:xfrm>
            <a:off x="2286050" y="1714500"/>
            <a:ext cx="2286000" cy="1714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5"/>
          <p:cNvSpPr/>
          <p:nvPr>
            <p:ph idx="7" type="pic"/>
          </p:nvPr>
        </p:nvSpPr>
        <p:spPr>
          <a:xfrm>
            <a:off x="6858100" y="1714500"/>
            <a:ext cx="2286000" cy="1714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5"/>
          <p:cNvSpPr txBox="1"/>
          <p:nvPr>
            <p:ph idx="1" type="subTitle"/>
          </p:nvPr>
        </p:nvSpPr>
        <p:spPr>
          <a:xfrm>
            <a:off x="207025" y="1930950"/>
            <a:ext cx="1872000" cy="12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2" name="Google Shape;132;p25"/>
          <p:cNvSpPr txBox="1"/>
          <p:nvPr>
            <p:ph idx="8" type="subTitle"/>
          </p:nvPr>
        </p:nvSpPr>
        <p:spPr>
          <a:xfrm>
            <a:off x="2493050" y="3645450"/>
            <a:ext cx="1872000" cy="12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3" name="Google Shape;133;p25"/>
          <p:cNvSpPr txBox="1"/>
          <p:nvPr>
            <p:ph idx="9" type="subTitle"/>
          </p:nvPr>
        </p:nvSpPr>
        <p:spPr>
          <a:xfrm>
            <a:off x="4779075" y="1930950"/>
            <a:ext cx="1872000" cy="12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13" type="subTitle"/>
          </p:nvPr>
        </p:nvSpPr>
        <p:spPr>
          <a:xfrm>
            <a:off x="2493050" y="216450"/>
            <a:ext cx="1872000" cy="12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14" type="subTitle"/>
          </p:nvPr>
        </p:nvSpPr>
        <p:spPr>
          <a:xfrm>
            <a:off x="7065100" y="216450"/>
            <a:ext cx="1872000" cy="12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idx="15" type="subTitle"/>
          </p:nvPr>
        </p:nvSpPr>
        <p:spPr>
          <a:xfrm>
            <a:off x="7065100" y="3645450"/>
            <a:ext cx="1872000" cy="12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_1">
    <p:bg>
      <p:bgPr>
        <a:solidFill>
          <a:schemeClr val="accent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26"/>
          <p:cNvSpPr/>
          <p:nvPr/>
        </p:nvSpPr>
        <p:spPr>
          <a:xfrm>
            <a:off x="7639955" y="1714500"/>
            <a:ext cx="15039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ExtraLight"/>
              <a:ea typeface="Georama ExtraLight"/>
              <a:cs typeface="Georama ExtraLight"/>
              <a:sym typeface="Georama ExtraLight"/>
            </a:endParaRPr>
          </a:p>
        </p:txBody>
      </p:sp>
      <p:sp>
        <p:nvSpPr>
          <p:cNvPr id="140" name="Google Shape;140;p26"/>
          <p:cNvSpPr/>
          <p:nvPr/>
        </p:nvSpPr>
        <p:spPr>
          <a:xfrm>
            <a:off x="3128150" y="0"/>
            <a:ext cx="1503900" cy="171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ExtraLight"/>
              <a:ea typeface="Georama ExtraLight"/>
              <a:cs typeface="Georama ExtraLight"/>
              <a:sym typeface="Georama ExtraLight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3128150" y="3429000"/>
            <a:ext cx="15039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ExtraLight"/>
              <a:ea typeface="Georama ExtraLight"/>
              <a:cs typeface="Georama ExtraLight"/>
              <a:sym typeface="Georama ExtraLight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4632129" y="1714500"/>
            <a:ext cx="1503900" cy="171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ExtraLight"/>
              <a:ea typeface="Georama ExtraLight"/>
              <a:cs typeface="Georama ExtraLight"/>
              <a:sym typeface="Georama ExtraLight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6136109" y="0"/>
            <a:ext cx="1503900" cy="171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ExtraLight"/>
              <a:ea typeface="Georama ExtraLight"/>
              <a:cs typeface="Georama ExtraLight"/>
              <a:sym typeface="Georama ExtraLight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6136109" y="3429000"/>
            <a:ext cx="15039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ExtraLight"/>
              <a:ea typeface="Georama ExtraLight"/>
              <a:cs typeface="Georama ExtraLight"/>
              <a:sym typeface="Georama ExtraLight"/>
            </a:endParaRPr>
          </a:p>
        </p:txBody>
      </p:sp>
      <p:sp>
        <p:nvSpPr>
          <p:cNvPr id="145" name="Google Shape;145;p26"/>
          <p:cNvSpPr txBox="1"/>
          <p:nvPr>
            <p:ph idx="1" type="subTitle"/>
          </p:nvPr>
        </p:nvSpPr>
        <p:spPr>
          <a:xfrm>
            <a:off x="7776156" y="1930950"/>
            <a:ext cx="1231800" cy="12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2" type="subTitle"/>
          </p:nvPr>
        </p:nvSpPr>
        <p:spPr>
          <a:xfrm>
            <a:off x="3264343" y="3645450"/>
            <a:ext cx="1231800" cy="12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7" name="Google Shape;147;p26"/>
          <p:cNvSpPr txBox="1"/>
          <p:nvPr>
            <p:ph idx="3" type="subTitle"/>
          </p:nvPr>
        </p:nvSpPr>
        <p:spPr>
          <a:xfrm>
            <a:off x="4768314" y="1930950"/>
            <a:ext cx="1231800" cy="12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8" name="Google Shape;148;p26"/>
          <p:cNvSpPr txBox="1"/>
          <p:nvPr>
            <p:ph idx="4" type="subTitle"/>
          </p:nvPr>
        </p:nvSpPr>
        <p:spPr>
          <a:xfrm>
            <a:off x="3264343" y="216450"/>
            <a:ext cx="1231800" cy="12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9" name="Google Shape;149;p26"/>
          <p:cNvSpPr txBox="1"/>
          <p:nvPr>
            <p:ph idx="5" type="subTitle"/>
          </p:nvPr>
        </p:nvSpPr>
        <p:spPr>
          <a:xfrm>
            <a:off x="6272285" y="216450"/>
            <a:ext cx="1231800" cy="12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0" name="Google Shape;150;p26"/>
          <p:cNvSpPr txBox="1"/>
          <p:nvPr>
            <p:ph idx="6" type="subTitle"/>
          </p:nvPr>
        </p:nvSpPr>
        <p:spPr>
          <a:xfrm>
            <a:off x="6272285" y="3645450"/>
            <a:ext cx="1231800" cy="12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1" name="Google Shape;151;p26"/>
          <p:cNvSpPr txBox="1"/>
          <p:nvPr>
            <p:ph type="title"/>
          </p:nvPr>
        </p:nvSpPr>
        <p:spPr>
          <a:xfrm>
            <a:off x="241225" y="1728350"/>
            <a:ext cx="3899700" cy="17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2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idx="12" type="sldNum"/>
          </p:nvPr>
        </p:nvSpPr>
        <p:spPr>
          <a:xfrm>
            <a:off x="8178544" y="4783330"/>
            <a:ext cx="819000" cy="2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27"/>
          <p:cNvSpPr/>
          <p:nvPr>
            <p:ph idx="2" type="pic"/>
          </p:nvPr>
        </p:nvSpPr>
        <p:spPr>
          <a:xfrm>
            <a:off x="6834875" y="2571725"/>
            <a:ext cx="2308800" cy="25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7"/>
          <p:cNvSpPr txBox="1"/>
          <p:nvPr>
            <p:ph type="title"/>
          </p:nvPr>
        </p:nvSpPr>
        <p:spPr>
          <a:xfrm>
            <a:off x="241225" y="370700"/>
            <a:ext cx="4028700" cy="15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9pPr>
          </a:lstStyle>
          <a:p/>
        </p:txBody>
      </p:sp>
      <p:sp>
        <p:nvSpPr>
          <p:cNvPr id="156" name="Google Shape;156;p27"/>
          <p:cNvSpPr/>
          <p:nvPr>
            <p:ph idx="3" type="pic"/>
          </p:nvPr>
        </p:nvSpPr>
        <p:spPr>
          <a:xfrm>
            <a:off x="2612450" y="3377850"/>
            <a:ext cx="1967700" cy="17655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27"/>
          <p:cNvSpPr/>
          <p:nvPr>
            <p:ph idx="4" type="pic"/>
          </p:nvPr>
        </p:nvSpPr>
        <p:spPr>
          <a:xfrm>
            <a:off x="1306150" y="2262000"/>
            <a:ext cx="1306200" cy="11160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27"/>
          <p:cNvSpPr/>
          <p:nvPr>
            <p:ph idx="5" type="pic"/>
          </p:nvPr>
        </p:nvSpPr>
        <p:spPr>
          <a:xfrm>
            <a:off x="-150" y="3377996"/>
            <a:ext cx="13062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27"/>
          <p:cNvSpPr/>
          <p:nvPr>
            <p:ph idx="6" type="pic"/>
          </p:nvPr>
        </p:nvSpPr>
        <p:spPr>
          <a:xfrm>
            <a:off x="5399075" y="1209725"/>
            <a:ext cx="1435800" cy="13620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27"/>
          <p:cNvSpPr/>
          <p:nvPr>
            <p:ph idx="7" type="pic"/>
          </p:nvPr>
        </p:nvSpPr>
        <p:spPr>
          <a:xfrm>
            <a:off x="4580076" y="2571750"/>
            <a:ext cx="819000" cy="8061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7"/>
          <p:cNvSpPr/>
          <p:nvPr>
            <p:ph idx="8" type="pic"/>
          </p:nvPr>
        </p:nvSpPr>
        <p:spPr>
          <a:xfrm>
            <a:off x="5399077" y="3377850"/>
            <a:ext cx="1041300" cy="102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27"/>
          <p:cNvSpPr/>
          <p:nvPr>
            <p:ph idx="9" type="pic"/>
          </p:nvPr>
        </p:nvSpPr>
        <p:spPr>
          <a:xfrm>
            <a:off x="7653875" y="1209713"/>
            <a:ext cx="965400" cy="8061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27"/>
          <p:cNvSpPr/>
          <p:nvPr>
            <p:ph idx="13" type="pic"/>
          </p:nvPr>
        </p:nvSpPr>
        <p:spPr>
          <a:xfrm>
            <a:off x="6834876" y="403525"/>
            <a:ext cx="819000" cy="806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9_1">
    <p:bg>
      <p:bgPr>
        <a:solidFill>
          <a:schemeClr val="accent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8"/>
          <p:cNvSpPr txBox="1"/>
          <p:nvPr>
            <p:ph type="title"/>
          </p:nvPr>
        </p:nvSpPr>
        <p:spPr>
          <a:xfrm>
            <a:off x="241225" y="370700"/>
            <a:ext cx="8208300" cy="10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9pPr>
          </a:lstStyle>
          <a:p/>
        </p:txBody>
      </p:sp>
      <p:sp>
        <p:nvSpPr>
          <p:cNvPr id="167" name="Google Shape;167;p28"/>
          <p:cNvSpPr/>
          <p:nvPr/>
        </p:nvSpPr>
        <p:spPr>
          <a:xfrm>
            <a:off x="0" y="2620100"/>
            <a:ext cx="3048000" cy="252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Light"/>
              <a:ea typeface="Georama Light"/>
              <a:cs typeface="Georama Light"/>
              <a:sym typeface="Georama Light"/>
            </a:endParaRPr>
          </a:p>
        </p:txBody>
      </p:sp>
      <p:sp>
        <p:nvSpPr>
          <p:cNvPr id="168" name="Google Shape;168;p28"/>
          <p:cNvSpPr/>
          <p:nvPr>
            <p:ph idx="2" type="pic"/>
          </p:nvPr>
        </p:nvSpPr>
        <p:spPr>
          <a:xfrm>
            <a:off x="0" y="1469900"/>
            <a:ext cx="3048000" cy="11502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8"/>
          <p:cNvSpPr txBox="1"/>
          <p:nvPr>
            <p:ph idx="1" type="subTitle"/>
          </p:nvPr>
        </p:nvSpPr>
        <p:spPr>
          <a:xfrm>
            <a:off x="333317" y="2792424"/>
            <a:ext cx="24237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0" name="Google Shape;170;p28"/>
          <p:cNvSpPr txBox="1"/>
          <p:nvPr>
            <p:ph idx="3" type="body"/>
          </p:nvPr>
        </p:nvSpPr>
        <p:spPr>
          <a:xfrm>
            <a:off x="342475" y="3505950"/>
            <a:ext cx="2490300" cy="13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1" name="Google Shape;171;p28"/>
          <p:cNvSpPr/>
          <p:nvPr/>
        </p:nvSpPr>
        <p:spPr>
          <a:xfrm>
            <a:off x="3048000" y="2620100"/>
            <a:ext cx="3048000" cy="252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Light"/>
              <a:ea typeface="Georama Light"/>
              <a:cs typeface="Georama Light"/>
              <a:sym typeface="Georama Light"/>
            </a:endParaRPr>
          </a:p>
        </p:txBody>
      </p:sp>
      <p:sp>
        <p:nvSpPr>
          <p:cNvPr id="172" name="Google Shape;172;p28"/>
          <p:cNvSpPr/>
          <p:nvPr>
            <p:ph idx="4" type="pic"/>
          </p:nvPr>
        </p:nvSpPr>
        <p:spPr>
          <a:xfrm>
            <a:off x="3048000" y="1469900"/>
            <a:ext cx="3048000" cy="11502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28"/>
          <p:cNvSpPr txBox="1"/>
          <p:nvPr>
            <p:ph idx="5" type="subTitle"/>
          </p:nvPr>
        </p:nvSpPr>
        <p:spPr>
          <a:xfrm>
            <a:off x="3381317" y="2792424"/>
            <a:ext cx="24237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4" name="Google Shape;174;p28"/>
          <p:cNvSpPr txBox="1"/>
          <p:nvPr>
            <p:ph idx="6" type="body"/>
          </p:nvPr>
        </p:nvSpPr>
        <p:spPr>
          <a:xfrm>
            <a:off x="3474175" y="3505950"/>
            <a:ext cx="2490300" cy="13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5" name="Google Shape;175;p28"/>
          <p:cNvSpPr/>
          <p:nvPr/>
        </p:nvSpPr>
        <p:spPr>
          <a:xfrm>
            <a:off x="6096000" y="2620100"/>
            <a:ext cx="3048000" cy="252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Light"/>
              <a:ea typeface="Georama Light"/>
              <a:cs typeface="Georama Light"/>
              <a:sym typeface="Georama Light"/>
            </a:endParaRPr>
          </a:p>
        </p:txBody>
      </p:sp>
      <p:sp>
        <p:nvSpPr>
          <p:cNvPr id="176" name="Google Shape;176;p28"/>
          <p:cNvSpPr/>
          <p:nvPr>
            <p:ph idx="7" type="pic"/>
          </p:nvPr>
        </p:nvSpPr>
        <p:spPr>
          <a:xfrm>
            <a:off x="6096000" y="1469900"/>
            <a:ext cx="3048000" cy="11502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8"/>
          <p:cNvSpPr txBox="1"/>
          <p:nvPr>
            <p:ph idx="8" type="subTitle"/>
          </p:nvPr>
        </p:nvSpPr>
        <p:spPr>
          <a:xfrm>
            <a:off x="6429317" y="2792424"/>
            <a:ext cx="24237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8" name="Google Shape;178;p28"/>
          <p:cNvSpPr txBox="1"/>
          <p:nvPr>
            <p:ph idx="9" type="body"/>
          </p:nvPr>
        </p:nvSpPr>
        <p:spPr>
          <a:xfrm>
            <a:off x="6605875" y="3505950"/>
            <a:ext cx="2490300" cy="13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9_1_1">
    <p:bg>
      <p:bgPr>
        <a:solidFill>
          <a:schemeClr val="dk2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241225" y="370700"/>
            <a:ext cx="8208300" cy="10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9pPr>
          </a:lstStyle>
          <a:p/>
        </p:txBody>
      </p:sp>
      <p:sp>
        <p:nvSpPr>
          <p:cNvPr id="182" name="Google Shape;182;p29"/>
          <p:cNvSpPr/>
          <p:nvPr/>
        </p:nvSpPr>
        <p:spPr>
          <a:xfrm>
            <a:off x="0" y="2620100"/>
            <a:ext cx="4572000" cy="25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Light"/>
              <a:ea typeface="Georama Light"/>
              <a:cs typeface="Georama Light"/>
              <a:sym typeface="Georama Light"/>
            </a:endParaRPr>
          </a:p>
        </p:txBody>
      </p:sp>
      <p:sp>
        <p:nvSpPr>
          <p:cNvPr id="183" name="Google Shape;183;p29"/>
          <p:cNvSpPr/>
          <p:nvPr>
            <p:ph idx="2" type="pic"/>
          </p:nvPr>
        </p:nvSpPr>
        <p:spPr>
          <a:xfrm>
            <a:off x="0" y="1469900"/>
            <a:ext cx="4572000" cy="11502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9"/>
          <p:cNvSpPr txBox="1"/>
          <p:nvPr>
            <p:ph idx="1" type="subTitle"/>
          </p:nvPr>
        </p:nvSpPr>
        <p:spPr>
          <a:xfrm>
            <a:off x="499976" y="2792424"/>
            <a:ext cx="36354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5" name="Google Shape;185;p29"/>
          <p:cNvSpPr txBox="1"/>
          <p:nvPr>
            <p:ph idx="3" type="body"/>
          </p:nvPr>
        </p:nvSpPr>
        <p:spPr>
          <a:xfrm>
            <a:off x="513713" y="3505950"/>
            <a:ext cx="3735600" cy="13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6" name="Google Shape;186;p29"/>
          <p:cNvSpPr/>
          <p:nvPr/>
        </p:nvSpPr>
        <p:spPr>
          <a:xfrm>
            <a:off x="4572000" y="2620100"/>
            <a:ext cx="4572000" cy="25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Light"/>
              <a:ea typeface="Georama Light"/>
              <a:cs typeface="Georama Light"/>
              <a:sym typeface="Georama Light"/>
            </a:endParaRPr>
          </a:p>
        </p:txBody>
      </p:sp>
      <p:sp>
        <p:nvSpPr>
          <p:cNvPr id="187" name="Google Shape;187;p29"/>
          <p:cNvSpPr/>
          <p:nvPr>
            <p:ph idx="4" type="pic"/>
          </p:nvPr>
        </p:nvSpPr>
        <p:spPr>
          <a:xfrm>
            <a:off x="4572000" y="1469900"/>
            <a:ext cx="4572000" cy="1150200"/>
          </a:xfrm>
          <a:prstGeom prst="rect">
            <a:avLst/>
          </a:prstGeom>
          <a:noFill/>
          <a:ln>
            <a:noFill/>
          </a:ln>
        </p:spPr>
      </p:sp>
      <p:sp>
        <p:nvSpPr>
          <p:cNvPr id="188" name="Google Shape;188;p29"/>
          <p:cNvSpPr txBox="1"/>
          <p:nvPr>
            <p:ph idx="5" type="subTitle"/>
          </p:nvPr>
        </p:nvSpPr>
        <p:spPr>
          <a:xfrm>
            <a:off x="5071976" y="2792424"/>
            <a:ext cx="36354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9" name="Google Shape;189;p29"/>
          <p:cNvSpPr txBox="1"/>
          <p:nvPr>
            <p:ph idx="6" type="body"/>
          </p:nvPr>
        </p:nvSpPr>
        <p:spPr>
          <a:xfrm>
            <a:off x="5071963" y="3505950"/>
            <a:ext cx="3735600" cy="13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, body and image">
  <p:cSld name="CUSTOM">
    <p:bg>
      <p:bgPr>
        <a:solidFill>
          <a:schemeClr val="accent4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/>
          <p:nvPr>
            <p:ph idx="2" type="pic"/>
          </p:nvPr>
        </p:nvSpPr>
        <p:spPr>
          <a:xfrm>
            <a:off x="0" y="0"/>
            <a:ext cx="9144000" cy="38541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257175" y="4001650"/>
            <a:ext cx="85407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Georama ExtraBold"/>
              <a:buChar char="●"/>
              <a:defRPr>
                <a:latin typeface="Georama ExtraBold"/>
                <a:ea typeface="Georama ExtraBold"/>
                <a:cs typeface="Georama ExtraBold"/>
                <a:sym typeface="Georama Extra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Georama ExtraBold"/>
              <a:buChar char="○"/>
              <a:defRPr>
                <a:latin typeface="Georama ExtraBold"/>
                <a:ea typeface="Georama ExtraBold"/>
                <a:cs typeface="Georama ExtraBold"/>
                <a:sym typeface="Georama Extra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Georama ExtraBold"/>
              <a:buChar char="■"/>
              <a:defRPr>
                <a:latin typeface="Georama ExtraBold"/>
                <a:ea typeface="Georama ExtraBold"/>
                <a:cs typeface="Georama ExtraBold"/>
                <a:sym typeface="Georama Extra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Georama ExtraBold"/>
              <a:buChar char="●"/>
              <a:defRPr>
                <a:latin typeface="Georama ExtraBold"/>
                <a:ea typeface="Georama ExtraBold"/>
                <a:cs typeface="Georama ExtraBold"/>
                <a:sym typeface="Georama Extra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Georama ExtraBold"/>
              <a:buChar char="○"/>
              <a:defRPr>
                <a:latin typeface="Georama ExtraBold"/>
                <a:ea typeface="Georama ExtraBold"/>
                <a:cs typeface="Georama ExtraBold"/>
                <a:sym typeface="Georama Extra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Georama ExtraBold"/>
              <a:buChar char="■"/>
              <a:defRPr>
                <a:latin typeface="Georama ExtraBold"/>
                <a:ea typeface="Georama ExtraBold"/>
                <a:cs typeface="Georama ExtraBold"/>
                <a:sym typeface="Georama Extra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Georama ExtraBold"/>
              <a:buChar char="●"/>
              <a:defRPr>
                <a:latin typeface="Georama ExtraBold"/>
                <a:ea typeface="Georama ExtraBold"/>
                <a:cs typeface="Georama ExtraBold"/>
                <a:sym typeface="Georama Extra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Georama ExtraBold"/>
              <a:buChar char="○"/>
              <a:defRPr>
                <a:latin typeface="Georama ExtraBold"/>
                <a:ea typeface="Georama ExtraBold"/>
                <a:cs typeface="Georama ExtraBold"/>
                <a:sym typeface="Georama Extra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Georama ExtraBold"/>
              <a:buChar char="■"/>
              <a:defRPr>
                <a:latin typeface="Georama ExtraBold"/>
                <a:ea typeface="Georama ExtraBold"/>
                <a:cs typeface="Georama ExtraBold"/>
                <a:sym typeface="Georama ExtraBold"/>
              </a:defRPr>
            </a:lvl9pPr>
          </a:lstStyle>
          <a:p/>
        </p:txBody>
      </p:sp>
      <p:sp>
        <p:nvSpPr>
          <p:cNvPr id="193" name="Google Shape;193;p30"/>
          <p:cNvSpPr txBox="1"/>
          <p:nvPr>
            <p:ph idx="3" type="subTitle"/>
          </p:nvPr>
        </p:nvSpPr>
        <p:spPr>
          <a:xfrm>
            <a:off x="257175" y="4330750"/>
            <a:ext cx="85407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Georama ExtraLight"/>
              <a:buNone/>
              <a:defRPr sz="3000">
                <a:latin typeface="Georama ExtraLight"/>
                <a:ea typeface="Georama ExtraLight"/>
                <a:cs typeface="Georama ExtraLight"/>
                <a:sym typeface="Georam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Georama ExtraLight"/>
              <a:buNone/>
              <a:defRPr sz="3000">
                <a:latin typeface="Georama ExtraLight"/>
                <a:ea typeface="Georama ExtraLight"/>
                <a:cs typeface="Georama ExtraLight"/>
                <a:sym typeface="Georama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Georama ExtraLight"/>
              <a:buNone/>
              <a:defRPr sz="3000">
                <a:latin typeface="Georama ExtraLight"/>
                <a:ea typeface="Georama ExtraLight"/>
                <a:cs typeface="Georama ExtraLight"/>
                <a:sym typeface="Georama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Georama ExtraLight"/>
              <a:buNone/>
              <a:defRPr sz="3000">
                <a:latin typeface="Georama ExtraLight"/>
                <a:ea typeface="Georama ExtraLight"/>
                <a:cs typeface="Georama ExtraLight"/>
                <a:sym typeface="Georama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Georama ExtraLight"/>
              <a:buNone/>
              <a:defRPr sz="3000">
                <a:latin typeface="Georama ExtraLight"/>
                <a:ea typeface="Georama ExtraLight"/>
                <a:cs typeface="Georama ExtraLight"/>
                <a:sym typeface="Georama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Georama ExtraLight"/>
              <a:buNone/>
              <a:defRPr sz="3000">
                <a:latin typeface="Georama ExtraLight"/>
                <a:ea typeface="Georama ExtraLight"/>
                <a:cs typeface="Georama ExtraLight"/>
                <a:sym typeface="Georama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Georama ExtraLight"/>
              <a:buNone/>
              <a:defRPr sz="3000">
                <a:latin typeface="Georama ExtraLight"/>
                <a:ea typeface="Georama ExtraLight"/>
                <a:cs typeface="Georama ExtraLight"/>
                <a:sym typeface="Georama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Georama ExtraLight"/>
              <a:buNone/>
              <a:defRPr sz="3000">
                <a:latin typeface="Georama ExtraLight"/>
                <a:ea typeface="Georama ExtraLight"/>
                <a:cs typeface="Georama ExtraLight"/>
                <a:sym typeface="Georama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Georama ExtraLight"/>
              <a:buNone/>
              <a:defRPr sz="3000">
                <a:latin typeface="Georama ExtraLight"/>
                <a:ea typeface="Georama ExtraLight"/>
                <a:cs typeface="Georama ExtraLight"/>
                <a:sym typeface="Georama ExtraLight"/>
              </a:defRPr>
            </a:lvl9pPr>
          </a:lstStyle>
          <a:p/>
        </p:txBody>
      </p:sp>
      <p:sp>
        <p:nvSpPr>
          <p:cNvPr id="194" name="Google Shape;194;p30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/>
            </a:lvl1pPr>
            <a:lvl2pPr lvl="1" rtl="0" algn="r">
              <a:buNone/>
              <a:defRPr/>
            </a:lvl2pPr>
            <a:lvl3pPr lvl="2" rtl="0" algn="r">
              <a:buNone/>
              <a:defRPr/>
            </a:lvl3pPr>
            <a:lvl4pPr lvl="3" rtl="0" algn="r">
              <a:buNone/>
              <a:defRPr/>
            </a:lvl4pPr>
            <a:lvl5pPr lvl="4" rtl="0" algn="r">
              <a:buNone/>
              <a:defRPr/>
            </a:lvl5pPr>
            <a:lvl6pPr lvl="5" rtl="0" algn="r">
              <a:buNone/>
              <a:defRPr/>
            </a:lvl6pPr>
            <a:lvl7pPr lvl="6" rtl="0" algn="r">
              <a:buNone/>
              <a:defRPr/>
            </a:lvl7pPr>
            <a:lvl8pPr lvl="7" rtl="0" algn="r">
              <a:buNone/>
              <a:defRPr/>
            </a:lvl8pPr>
            <a:lvl9pPr lvl="8" rtl="0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and image">
  <p:cSld name="CUSTOM_1">
    <p:bg>
      <p:bgPr>
        <a:solidFill>
          <a:schemeClr val="dk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/>
          <p:nvPr>
            <p:ph idx="2" type="pic"/>
          </p:nvPr>
        </p:nvSpPr>
        <p:spPr>
          <a:xfrm>
            <a:off x="0" y="1289400"/>
            <a:ext cx="9144000" cy="38541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31"/>
          <p:cNvSpPr txBox="1"/>
          <p:nvPr>
            <p:ph idx="1" type="subTitle"/>
          </p:nvPr>
        </p:nvSpPr>
        <p:spPr>
          <a:xfrm>
            <a:off x="257175" y="306150"/>
            <a:ext cx="79035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Georama ExtraLight"/>
              <a:buNone/>
              <a:defRPr sz="3000">
                <a:latin typeface="Georama ExtraLight"/>
                <a:ea typeface="Georama ExtraLight"/>
                <a:cs typeface="Georama ExtraLight"/>
                <a:sym typeface="Georam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Georama ExtraLight"/>
              <a:buNone/>
              <a:defRPr sz="3000">
                <a:latin typeface="Georama ExtraLight"/>
                <a:ea typeface="Georama ExtraLight"/>
                <a:cs typeface="Georama ExtraLight"/>
                <a:sym typeface="Georama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Georama ExtraLight"/>
              <a:buNone/>
              <a:defRPr sz="3000">
                <a:latin typeface="Georama ExtraLight"/>
                <a:ea typeface="Georama ExtraLight"/>
                <a:cs typeface="Georama ExtraLight"/>
                <a:sym typeface="Georama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Georama ExtraLight"/>
              <a:buNone/>
              <a:defRPr sz="3000">
                <a:latin typeface="Georama ExtraLight"/>
                <a:ea typeface="Georama ExtraLight"/>
                <a:cs typeface="Georama ExtraLight"/>
                <a:sym typeface="Georama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Georama ExtraLight"/>
              <a:buNone/>
              <a:defRPr sz="3000">
                <a:latin typeface="Georama ExtraLight"/>
                <a:ea typeface="Georama ExtraLight"/>
                <a:cs typeface="Georama ExtraLight"/>
                <a:sym typeface="Georama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Georama ExtraLight"/>
              <a:buNone/>
              <a:defRPr sz="3000">
                <a:latin typeface="Georama ExtraLight"/>
                <a:ea typeface="Georama ExtraLight"/>
                <a:cs typeface="Georama ExtraLight"/>
                <a:sym typeface="Georama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Georama ExtraLight"/>
              <a:buNone/>
              <a:defRPr sz="3000">
                <a:latin typeface="Georama ExtraLight"/>
                <a:ea typeface="Georama ExtraLight"/>
                <a:cs typeface="Georama ExtraLight"/>
                <a:sym typeface="Georama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Georama ExtraLight"/>
              <a:buNone/>
              <a:defRPr sz="3000">
                <a:latin typeface="Georama ExtraLight"/>
                <a:ea typeface="Georama ExtraLight"/>
                <a:cs typeface="Georama ExtraLight"/>
                <a:sym typeface="Georama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Georama ExtraLight"/>
              <a:buNone/>
              <a:defRPr sz="3000">
                <a:latin typeface="Georama ExtraLight"/>
                <a:ea typeface="Georama ExtraLight"/>
                <a:cs typeface="Georama ExtraLight"/>
                <a:sym typeface="Georama ExtraLight"/>
              </a:defRPr>
            </a:lvl9pPr>
          </a:lstStyle>
          <a:p/>
        </p:txBody>
      </p:sp>
      <p:sp>
        <p:nvSpPr>
          <p:cNvPr id="198" name="Google Shape;198;p31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/>
            </a:lvl1pPr>
            <a:lvl2pPr lvl="1" rtl="0" algn="r">
              <a:buNone/>
              <a:defRPr/>
            </a:lvl2pPr>
            <a:lvl3pPr lvl="2" rtl="0" algn="r">
              <a:buNone/>
              <a:defRPr/>
            </a:lvl3pPr>
            <a:lvl4pPr lvl="3" rtl="0" algn="r">
              <a:buNone/>
              <a:defRPr/>
            </a:lvl4pPr>
            <a:lvl5pPr lvl="4" rtl="0" algn="r">
              <a:buNone/>
              <a:defRPr/>
            </a:lvl5pPr>
            <a:lvl6pPr lvl="5" rtl="0" algn="r">
              <a:buNone/>
              <a:defRPr/>
            </a:lvl6pPr>
            <a:lvl7pPr lvl="6" rtl="0" algn="r">
              <a:buNone/>
              <a:defRPr/>
            </a:lvl7pPr>
            <a:lvl8pPr lvl="7" rtl="0" algn="r">
              <a:buNone/>
              <a:defRPr/>
            </a:lvl8pPr>
            <a:lvl9pPr lvl="8" rtl="0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3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>
  <p:cSld name="CUSTOM_3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33"/>
          <p:cNvSpPr/>
          <p:nvPr>
            <p:ph idx="2" type="pic"/>
          </p:nvPr>
        </p:nvSpPr>
        <p:spPr>
          <a:xfrm>
            <a:off x="2290200" y="-100"/>
            <a:ext cx="6853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33"/>
          <p:cNvSpPr txBox="1"/>
          <p:nvPr>
            <p:ph idx="1" type="body"/>
          </p:nvPr>
        </p:nvSpPr>
        <p:spPr>
          <a:xfrm>
            <a:off x="241225" y="3104375"/>
            <a:ext cx="1804500" cy="16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34"/>
          <p:cNvSpPr txBox="1"/>
          <p:nvPr>
            <p:ph type="title"/>
          </p:nvPr>
        </p:nvSpPr>
        <p:spPr>
          <a:xfrm>
            <a:off x="192025" y="220875"/>
            <a:ext cx="79794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Font typeface="Georama Thin"/>
              <a:buNone/>
              <a:defRPr sz="7000">
                <a:latin typeface="Georama Thin"/>
                <a:ea typeface="Georama Thin"/>
                <a:cs typeface="Georama Thin"/>
                <a:sym typeface="Georama Thin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Font typeface="Georama Thin"/>
              <a:buNone/>
              <a:defRPr sz="7000">
                <a:latin typeface="Georama Thin"/>
                <a:ea typeface="Georama Thin"/>
                <a:cs typeface="Georama Thin"/>
                <a:sym typeface="Georama Thin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Font typeface="Georama Thin"/>
              <a:buNone/>
              <a:defRPr sz="7000">
                <a:latin typeface="Georama Thin"/>
                <a:ea typeface="Georama Thin"/>
                <a:cs typeface="Georama Thin"/>
                <a:sym typeface="Georama Thin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Font typeface="Georama Thin"/>
              <a:buNone/>
              <a:defRPr sz="7000">
                <a:latin typeface="Georama Thin"/>
                <a:ea typeface="Georama Thin"/>
                <a:cs typeface="Georama Thin"/>
                <a:sym typeface="Georama Thin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Font typeface="Georama Thin"/>
              <a:buNone/>
              <a:defRPr sz="7000">
                <a:latin typeface="Georama Thin"/>
                <a:ea typeface="Georama Thin"/>
                <a:cs typeface="Georama Thin"/>
                <a:sym typeface="Georama Thin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Font typeface="Georama Thin"/>
              <a:buNone/>
              <a:defRPr sz="7000">
                <a:latin typeface="Georama Thin"/>
                <a:ea typeface="Georama Thin"/>
                <a:cs typeface="Georama Thin"/>
                <a:sym typeface="Georama Thin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Font typeface="Georama Thin"/>
              <a:buNone/>
              <a:defRPr sz="7000">
                <a:latin typeface="Georama Thin"/>
                <a:ea typeface="Georama Thin"/>
                <a:cs typeface="Georama Thin"/>
                <a:sym typeface="Georama Thin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Font typeface="Georama Thin"/>
              <a:buNone/>
              <a:defRPr sz="7000">
                <a:latin typeface="Georama Thin"/>
                <a:ea typeface="Georama Thin"/>
                <a:cs typeface="Georama Thin"/>
                <a:sym typeface="Georama Thin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Font typeface="Georama Thin"/>
              <a:buNone/>
              <a:defRPr sz="7000">
                <a:latin typeface="Georama Thin"/>
                <a:ea typeface="Georama Thin"/>
                <a:cs typeface="Georama Thin"/>
                <a:sym typeface="Georama Th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TITLE_ONLY_2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35"/>
          <p:cNvSpPr txBox="1"/>
          <p:nvPr>
            <p:ph type="title"/>
          </p:nvPr>
        </p:nvSpPr>
        <p:spPr>
          <a:xfrm>
            <a:off x="241225" y="370700"/>
            <a:ext cx="4028700" cy="15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9">
    <p:bg>
      <p:bgPr>
        <a:solidFill>
          <a:schemeClr val="accent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36"/>
          <p:cNvSpPr/>
          <p:nvPr/>
        </p:nvSpPr>
        <p:spPr>
          <a:xfrm>
            <a:off x="6841700" y="0"/>
            <a:ext cx="23022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Light"/>
              <a:ea typeface="Georama Light"/>
              <a:cs typeface="Georama Light"/>
              <a:sym typeface="Georama Light"/>
            </a:endParaRPr>
          </a:p>
        </p:txBody>
      </p:sp>
      <p:sp>
        <p:nvSpPr>
          <p:cNvPr id="215" name="Google Shape;215;p36"/>
          <p:cNvSpPr txBox="1"/>
          <p:nvPr>
            <p:ph type="title"/>
          </p:nvPr>
        </p:nvSpPr>
        <p:spPr>
          <a:xfrm>
            <a:off x="192025" y="220875"/>
            <a:ext cx="6384300" cy="457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Font typeface="Georama Thin"/>
              <a:buNone/>
              <a:defRPr sz="7000">
                <a:latin typeface="Georama Thin"/>
                <a:ea typeface="Georama Thin"/>
                <a:cs typeface="Georama Thin"/>
                <a:sym typeface="Georama Thin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Font typeface="Georama Thin"/>
              <a:buNone/>
              <a:defRPr sz="7000">
                <a:latin typeface="Georama Thin"/>
                <a:ea typeface="Georama Thin"/>
                <a:cs typeface="Georama Thin"/>
                <a:sym typeface="Georama Thin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Font typeface="Georama Thin"/>
              <a:buNone/>
              <a:defRPr sz="7000">
                <a:latin typeface="Georama Thin"/>
                <a:ea typeface="Georama Thin"/>
                <a:cs typeface="Georama Thin"/>
                <a:sym typeface="Georama Thin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Font typeface="Georama Thin"/>
              <a:buNone/>
              <a:defRPr sz="7000">
                <a:latin typeface="Georama Thin"/>
                <a:ea typeface="Georama Thin"/>
                <a:cs typeface="Georama Thin"/>
                <a:sym typeface="Georama Thin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Font typeface="Georama Thin"/>
              <a:buNone/>
              <a:defRPr sz="7000">
                <a:latin typeface="Georama Thin"/>
                <a:ea typeface="Georama Thin"/>
                <a:cs typeface="Georama Thin"/>
                <a:sym typeface="Georama Thin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Font typeface="Georama Thin"/>
              <a:buNone/>
              <a:defRPr sz="7000">
                <a:latin typeface="Georama Thin"/>
                <a:ea typeface="Georama Thin"/>
                <a:cs typeface="Georama Thin"/>
                <a:sym typeface="Georama Thin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Font typeface="Georama Thin"/>
              <a:buNone/>
              <a:defRPr sz="7000">
                <a:latin typeface="Georama Thin"/>
                <a:ea typeface="Georama Thin"/>
                <a:cs typeface="Georama Thin"/>
                <a:sym typeface="Georama Thin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Font typeface="Georama Thin"/>
              <a:buNone/>
              <a:defRPr sz="7000">
                <a:latin typeface="Georama Thin"/>
                <a:ea typeface="Georama Thin"/>
                <a:cs typeface="Georama Thin"/>
                <a:sym typeface="Georama Thin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Font typeface="Georama Thin"/>
              <a:buNone/>
              <a:defRPr sz="7000">
                <a:latin typeface="Georama Thin"/>
                <a:ea typeface="Georama Thin"/>
                <a:cs typeface="Georama Thin"/>
                <a:sym typeface="Georama Thin"/>
              </a:defRPr>
            </a:lvl9pPr>
          </a:lstStyle>
          <a:p/>
        </p:txBody>
      </p:sp>
      <p:sp>
        <p:nvSpPr>
          <p:cNvPr id="216" name="Google Shape;216;p36"/>
          <p:cNvSpPr txBox="1"/>
          <p:nvPr>
            <p:ph idx="1" type="subTitle"/>
          </p:nvPr>
        </p:nvSpPr>
        <p:spPr>
          <a:xfrm>
            <a:off x="6972126" y="220925"/>
            <a:ext cx="2050800" cy="457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TITLE_ONLY_2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37"/>
          <p:cNvSpPr txBox="1"/>
          <p:nvPr>
            <p:ph type="title"/>
          </p:nvPr>
        </p:nvSpPr>
        <p:spPr>
          <a:xfrm>
            <a:off x="241225" y="370700"/>
            <a:ext cx="8650800" cy="42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Georama ExtraLight"/>
              <a:buNone/>
              <a:defRPr>
                <a:latin typeface="Georama ExtraLight"/>
                <a:ea typeface="Georama ExtraLight"/>
                <a:cs typeface="Georama ExtraLight"/>
                <a:sym typeface="Georama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ONLY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/>
          <p:nvPr/>
        </p:nvSpPr>
        <p:spPr>
          <a:xfrm>
            <a:off x="-6650" y="3854100"/>
            <a:ext cx="9144000" cy="1289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Light"/>
              <a:ea typeface="Georama Light"/>
              <a:cs typeface="Georama Light"/>
              <a:sym typeface="Georama Light"/>
            </a:endParaRPr>
          </a:p>
        </p:txBody>
      </p:sp>
      <p:sp>
        <p:nvSpPr>
          <p:cNvPr id="222" name="Google Shape;222;p38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38"/>
          <p:cNvSpPr txBox="1"/>
          <p:nvPr>
            <p:ph type="title"/>
          </p:nvPr>
        </p:nvSpPr>
        <p:spPr>
          <a:xfrm>
            <a:off x="192025" y="220875"/>
            <a:ext cx="79794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224" name="Google Shape;224;p38"/>
          <p:cNvSpPr txBox="1"/>
          <p:nvPr>
            <p:ph idx="1" type="subTitle"/>
          </p:nvPr>
        </p:nvSpPr>
        <p:spPr>
          <a:xfrm>
            <a:off x="192025" y="4047725"/>
            <a:ext cx="6227700" cy="7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7">
    <p:bg>
      <p:bgPr>
        <a:solidFill>
          <a:schemeClr val="accent3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9"/>
          <p:cNvSpPr/>
          <p:nvPr/>
        </p:nvSpPr>
        <p:spPr>
          <a:xfrm>
            <a:off x="0" y="150"/>
            <a:ext cx="65478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ama Light"/>
              <a:ea typeface="Georama Light"/>
              <a:cs typeface="Georama Light"/>
              <a:sym typeface="Georama Light"/>
            </a:endParaRPr>
          </a:p>
        </p:txBody>
      </p:sp>
      <p:sp>
        <p:nvSpPr>
          <p:cNvPr id="227" name="Google Shape;227;p39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39"/>
          <p:cNvSpPr txBox="1"/>
          <p:nvPr>
            <p:ph hasCustomPrompt="1" type="title"/>
          </p:nvPr>
        </p:nvSpPr>
        <p:spPr>
          <a:xfrm>
            <a:off x="266350" y="480275"/>
            <a:ext cx="8560800" cy="479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1pPr>
            <a:lvl2pPr lvl="1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2pPr>
            <a:lvl3pPr lvl="2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3pPr>
            <a:lvl4pPr lvl="3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4pPr>
            <a:lvl5pPr lvl="4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5pPr>
            <a:lvl6pPr lvl="5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6pPr>
            <a:lvl7pPr lvl="6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7pPr>
            <a:lvl8pPr lvl="7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8pPr>
            <a:lvl9pPr lvl="8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9pPr>
          </a:lstStyle>
          <a:p>
            <a:r>
              <a:t>xx%</a:t>
            </a:r>
          </a:p>
        </p:txBody>
      </p:sp>
      <p:sp>
        <p:nvSpPr>
          <p:cNvPr id="229" name="Google Shape;229;p39"/>
          <p:cNvSpPr txBox="1"/>
          <p:nvPr>
            <p:ph idx="1" type="body"/>
          </p:nvPr>
        </p:nvSpPr>
        <p:spPr>
          <a:xfrm>
            <a:off x="6757450" y="2913200"/>
            <a:ext cx="2069700" cy="16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6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40"/>
          <p:cNvSpPr txBox="1"/>
          <p:nvPr>
            <p:ph type="title"/>
          </p:nvPr>
        </p:nvSpPr>
        <p:spPr>
          <a:xfrm>
            <a:off x="192025" y="221000"/>
            <a:ext cx="7979400" cy="7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9pPr>
          </a:lstStyle>
          <a:p/>
        </p:txBody>
      </p:sp>
      <p:sp>
        <p:nvSpPr>
          <p:cNvPr id="233" name="Google Shape;233;p40"/>
          <p:cNvSpPr txBox="1"/>
          <p:nvPr>
            <p:ph idx="1" type="subTitle"/>
          </p:nvPr>
        </p:nvSpPr>
        <p:spPr>
          <a:xfrm>
            <a:off x="192025" y="1371200"/>
            <a:ext cx="31068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4" name="Google Shape;234;p40"/>
          <p:cNvSpPr txBox="1"/>
          <p:nvPr>
            <p:ph idx="2" type="body"/>
          </p:nvPr>
        </p:nvSpPr>
        <p:spPr>
          <a:xfrm>
            <a:off x="192025" y="1850400"/>
            <a:ext cx="3106800" cy="29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5" name="Google Shape;235;p40"/>
          <p:cNvSpPr txBox="1"/>
          <p:nvPr>
            <p:ph idx="3" type="subTitle"/>
          </p:nvPr>
        </p:nvSpPr>
        <p:spPr>
          <a:xfrm>
            <a:off x="4818313" y="1371075"/>
            <a:ext cx="31068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6" name="Google Shape;236;p40"/>
          <p:cNvSpPr txBox="1"/>
          <p:nvPr>
            <p:ph idx="4" type="body"/>
          </p:nvPr>
        </p:nvSpPr>
        <p:spPr>
          <a:xfrm>
            <a:off x="4818320" y="1850275"/>
            <a:ext cx="3106800" cy="29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6_3"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1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41"/>
          <p:cNvSpPr txBox="1"/>
          <p:nvPr>
            <p:ph type="title"/>
          </p:nvPr>
        </p:nvSpPr>
        <p:spPr>
          <a:xfrm>
            <a:off x="192025" y="220875"/>
            <a:ext cx="7979400" cy="7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9pPr>
          </a:lstStyle>
          <a:p/>
        </p:txBody>
      </p:sp>
      <p:sp>
        <p:nvSpPr>
          <p:cNvPr id="240" name="Google Shape;240;p41"/>
          <p:cNvSpPr txBox="1"/>
          <p:nvPr>
            <p:ph idx="1" type="body"/>
          </p:nvPr>
        </p:nvSpPr>
        <p:spPr>
          <a:xfrm>
            <a:off x="192025" y="1850275"/>
            <a:ext cx="3106800" cy="29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1" name="Google Shape;241;p41"/>
          <p:cNvSpPr txBox="1"/>
          <p:nvPr>
            <p:ph idx="2" type="body"/>
          </p:nvPr>
        </p:nvSpPr>
        <p:spPr>
          <a:xfrm>
            <a:off x="4818320" y="1850275"/>
            <a:ext cx="3106800" cy="29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6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2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" name="Google Shape;244;p42"/>
          <p:cNvSpPr txBox="1"/>
          <p:nvPr>
            <p:ph type="title"/>
          </p:nvPr>
        </p:nvSpPr>
        <p:spPr>
          <a:xfrm>
            <a:off x="192025" y="220875"/>
            <a:ext cx="7979400" cy="7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1" type="subTitle"/>
          </p:nvPr>
        </p:nvSpPr>
        <p:spPr>
          <a:xfrm>
            <a:off x="192025" y="1371075"/>
            <a:ext cx="79794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46" name="Google Shape;246;p42"/>
          <p:cNvSpPr txBox="1"/>
          <p:nvPr>
            <p:ph idx="2" type="body"/>
          </p:nvPr>
        </p:nvSpPr>
        <p:spPr>
          <a:xfrm>
            <a:off x="192025" y="1850275"/>
            <a:ext cx="7979400" cy="29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6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3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43"/>
          <p:cNvSpPr txBox="1"/>
          <p:nvPr>
            <p:ph type="title"/>
          </p:nvPr>
        </p:nvSpPr>
        <p:spPr>
          <a:xfrm>
            <a:off x="192025" y="220875"/>
            <a:ext cx="7979400" cy="7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9pPr>
          </a:lstStyle>
          <a:p/>
        </p:txBody>
      </p:sp>
      <p:sp>
        <p:nvSpPr>
          <p:cNvPr id="250" name="Google Shape;250;p43"/>
          <p:cNvSpPr txBox="1"/>
          <p:nvPr>
            <p:ph idx="1" type="body"/>
          </p:nvPr>
        </p:nvSpPr>
        <p:spPr>
          <a:xfrm>
            <a:off x="192025" y="1850275"/>
            <a:ext cx="7979400" cy="29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6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44"/>
          <p:cNvSpPr txBox="1"/>
          <p:nvPr>
            <p:ph type="title"/>
          </p:nvPr>
        </p:nvSpPr>
        <p:spPr>
          <a:xfrm>
            <a:off x="192025" y="220875"/>
            <a:ext cx="7979400" cy="7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9pPr>
          </a:lstStyle>
          <a:p/>
        </p:txBody>
      </p:sp>
      <p:sp>
        <p:nvSpPr>
          <p:cNvPr id="254" name="Google Shape;254;p44"/>
          <p:cNvSpPr txBox="1"/>
          <p:nvPr>
            <p:ph idx="1" type="subTitle"/>
          </p:nvPr>
        </p:nvSpPr>
        <p:spPr>
          <a:xfrm>
            <a:off x="192025" y="1371075"/>
            <a:ext cx="28521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5" name="Google Shape;255;p44"/>
          <p:cNvSpPr txBox="1"/>
          <p:nvPr>
            <p:ph idx="2" type="body"/>
          </p:nvPr>
        </p:nvSpPr>
        <p:spPr>
          <a:xfrm>
            <a:off x="192025" y="1850275"/>
            <a:ext cx="2852100" cy="29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6" name="Google Shape;256;p44"/>
          <p:cNvSpPr txBox="1"/>
          <p:nvPr>
            <p:ph idx="3" type="subTitle"/>
          </p:nvPr>
        </p:nvSpPr>
        <p:spPr>
          <a:xfrm>
            <a:off x="3145950" y="1371075"/>
            <a:ext cx="28521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7" name="Google Shape;257;p44"/>
          <p:cNvSpPr txBox="1"/>
          <p:nvPr>
            <p:ph idx="4" type="body"/>
          </p:nvPr>
        </p:nvSpPr>
        <p:spPr>
          <a:xfrm>
            <a:off x="3145950" y="1850275"/>
            <a:ext cx="2852100" cy="29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8" name="Google Shape;258;p44"/>
          <p:cNvSpPr txBox="1"/>
          <p:nvPr>
            <p:ph idx="5" type="subTitle"/>
          </p:nvPr>
        </p:nvSpPr>
        <p:spPr>
          <a:xfrm>
            <a:off x="6099875" y="1371075"/>
            <a:ext cx="28521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9" name="Google Shape;259;p44"/>
          <p:cNvSpPr txBox="1"/>
          <p:nvPr>
            <p:ph idx="6" type="body"/>
          </p:nvPr>
        </p:nvSpPr>
        <p:spPr>
          <a:xfrm>
            <a:off x="6099875" y="1850275"/>
            <a:ext cx="2852100" cy="29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6_1_1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5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45"/>
          <p:cNvSpPr txBox="1"/>
          <p:nvPr>
            <p:ph type="title"/>
          </p:nvPr>
        </p:nvSpPr>
        <p:spPr>
          <a:xfrm>
            <a:off x="192025" y="220875"/>
            <a:ext cx="7979400" cy="7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Georama Thin"/>
              <a:buNone/>
              <a:defRPr>
                <a:latin typeface="Georama Thin"/>
                <a:ea typeface="Georama Thin"/>
                <a:cs typeface="Georama Thin"/>
                <a:sym typeface="Georama Thin"/>
              </a:defRPr>
            </a:lvl9pPr>
          </a:lstStyle>
          <a:p/>
        </p:txBody>
      </p:sp>
      <p:sp>
        <p:nvSpPr>
          <p:cNvPr id="263" name="Google Shape;263;p45"/>
          <p:cNvSpPr txBox="1"/>
          <p:nvPr>
            <p:ph idx="1" type="subTitle"/>
          </p:nvPr>
        </p:nvSpPr>
        <p:spPr>
          <a:xfrm>
            <a:off x="192025" y="1371075"/>
            <a:ext cx="19107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64" name="Google Shape;264;p45"/>
          <p:cNvSpPr txBox="1"/>
          <p:nvPr>
            <p:ph idx="2" type="body"/>
          </p:nvPr>
        </p:nvSpPr>
        <p:spPr>
          <a:xfrm>
            <a:off x="192025" y="1850275"/>
            <a:ext cx="1910700" cy="29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5" name="Google Shape;265;p45"/>
          <p:cNvSpPr txBox="1"/>
          <p:nvPr>
            <p:ph idx="3" type="subTitle"/>
          </p:nvPr>
        </p:nvSpPr>
        <p:spPr>
          <a:xfrm>
            <a:off x="4572000" y="1371075"/>
            <a:ext cx="19107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66" name="Google Shape;266;p45"/>
          <p:cNvSpPr txBox="1"/>
          <p:nvPr>
            <p:ph idx="4" type="body"/>
          </p:nvPr>
        </p:nvSpPr>
        <p:spPr>
          <a:xfrm>
            <a:off x="4572000" y="1850275"/>
            <a:ext cx="1910700" cy="29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7" name="Google Shape;267;p45"/>
          <p:cNvSpPr txBox="1"/>
          <p:nvPr>
            <p:ph idx="5" type="subTitle"/>
          </p:nvPr>
        </p:nvSpPr>
        <p:spPr>
          <a:xfrm>
            <a:off x="2382013" y="1371075"/>
            <a:ext cx="19107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68" name="Google Shape;268;p45"/>
          <p:cNvSpPr txBox="1"/>
          <p:nvPr>
            <p:ph idx="6" type="body"/>
          </p:nvPr>
        </p:nvSpPr>
        <p:spPr>
          <a:xfrm>
            <a:off x="2382013" y="1850275"/>
            <a:ext cx="1910700" cy="29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9" name="Google Shape;269;p45"/>
          <p:cNvSpPr txBox="1"/>
          <p:nvPr>
            <p:ph idx="7" type="subTitle"/>
          </p:nvPr>
        </p:nvSpPr>
        <p:spPr>
          <a:xfrm>
            <a:off x="6761963" y="1371075"/>
            <a:ext cx="19107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70" name="Google Shape;270;p45"/>
          <p:cNvSpPr txBox="1"/>
          <p:nvPr>
            <p:ph idx="8" type="body"/>
          </p:nvPr>
        </p:nvSpPr>
        <p:spPr>
          <a:xfrm>
            <a:off x="6761963" y="1850275"/>
            <a:ext cx="1910700" cy="29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8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6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46"/>
          <p:cNvSpPr txBox="1"/>
          <p:nvPr>
            <p:ph idx="1" type="body"/>
          </p:nvPr>
        </p:nvSpPr>
        <p:spPr>
          <a:xfrm>
            <a:off x="241225" y="4169300"/>
            <a:ext cx="5492400" cy="63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7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 txBox="1"/>
          <p:nvPr>
            <p:ph type="ctrTitle"/>
          </p:nvPr>
        </p:nvSpPr>
        <p:spPr>
          <a:xfrm>
            <a:off x="252325" y="849607"/>
            <a:ext cx="8520600" cy="20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9pPr>
          </a:lstStyle>
          <a:p/>
        </p:txBody>
      </p:sp>
      <p:sp>
        <p:nvSpPr>
          <p:cNvPr id="281" name="Google Shape;281;p49"/>
          <p:cNvSpPr txBox="1"/>
          <p:nvPr>
            <p:ph idx="1" type="subTitle"/>
          </p:nvPr>
        </p:nvSpPr>
        <p:spPr>
          <a:xfrm>
            <a:off x="311750" y="3973225"/>
            <a:ext cx="85206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st introduction" type="secHead">
  <p:cSld name="SECTION_HEADER">
    <p:bg>
      <p:bgPr>
        <a:solidFill>
          <a:schemeClr val="dk2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0"/>
          <p:cNvSpPr/>
          <p:nvPr>
            <p:ph idx="2" type="pic"/>
          </p:nvPr>
        </p:nvSpPr>
        <p:spPr>
          <a:xfrm>
            <a:off x="1380375" y="989850"/>
            <a:ext cx="3163800" cy="31638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50"/>
          <p:cNvSpPr txBox="1"/>
          <p:nvPr>
            <p:ph type="title"/>
          </p:nvPr>
        </p:nvSpPr>
        <p:spPr>
          <a:xfrm>
            <a:off x="4939275" y="1948632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5" name="Google Shape;285;p50"/>
          <p:cNvSpPr txBox="1"/>
          <p:nvPr>
            <p:ph idx="1" type="subTitle"/>
          </p:nvPr>
        </p:nvSpPr>
        <p:spPr>
          <a:xfrm>
            <a:off x="4939275" y="1546075"/>
            <a:ext cx="28254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6" name="Google Shape;286;p50"/>
          <p:cNvSpPr txBox="1"/>
          <p:nvPr>
            <p:ph idx="3" type="body"/>
          </p:nvPr>
        </p:nvSpPr>
        <p:spPr>
          <a:xfrm>
            <a:off x="4939275" y="3043325"/>
            <a:ext cx="2825400" cy="5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yers introduction" type="tx">
  <p:cSld name="TITLE_AND_BODY">
    <p:bg>
      <p:bgPr>
        <a:solidFill>
          <a:schemeClr val="dk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1"/>
          <p:cNvSpPr txBox="1"/>
          <p:nvPr>
            <p:ph idx="1" type="body"/>
          </p:nvPr>
        </p:nvSpPr>
        <p:spPr>
          <a:xfrm>
            <a:off x="4625150" y="2282596"/>
            <a:ext cx="13443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  <p:sp>
        <p:nvSpPr>
          <p:cNvPr id="289" name="Google Shape;289;p51"/>
          <p:cNvSpPr/>
          <p:nvPr>
            <p:ph idx="2" type="pic"/>
          </p:nvPr>
        </p:nvSpPr>
        <p:spPr>
          <a:xfrm>
            <a:off x="5980200" y="1885950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90" name="Google Shape;290;p51"/>
          <p:cNvSpPr/>
          <p:nvPr>
            <p:ph idx="3" type="pic"/>
          </p:nvPr>
        </p:nvSpPr>
        <p:spPr>
          <a:xfrm>
            <a:off x="1792200" y="239625"/>
            <a:ext cx="1371600" cy="1371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91" name="Google Shape;291;p51"/>
          <p:cNvGrpSpPr/>
          <p:nvPr/>
        </p:nvGrpSpPr>
        <p:grpSpPr>
          <a:xfrm>
            <a:off x="1792200" y="1772950"/>
            <a:ext cx="5559600" cy="1597600"/>
            <a:chOff x="1807850" y="1773875"/>
            <a:chExt cx="5559600" cy="1597600"/>
          </a:xfrm>
        </p:grpSpPr>
        <p:cxnSp>
          <p:nvCxnSpPr>
            <p:cNvPr id="292" name="Google Shape;292;p51"/>
            <p:cNvCxnSpPr/>
            <p:nvPr/>
          </p:nvCxnSpPr>
          <p:spPr>
            <a:xfrm>
              <a:off x="1807850" y="1773875"/>
              <a:ext cx="55596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" name="Google Shape;293;p51"/>
            <p:cNvCxnSpPr/>
            <p:nvPr/>
          </p:nvCxnSpPr>
          <p:spPr>
            <a:xfrm>
              <a:off x="1807850" y="3371475"/>
              <a:ext cx="55596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4" name="Google Shape;294;p51"/>
          <p:cNvSpPr txBox="1"/>
          <p:nvPr>
            <p:ph type="title"/>
          </p:nvPr>
        </p:nvSpPr>
        <p:spPr>
          <a:xfrm>
            <a:off x="3183350" y="641533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95" name="Google Shape;295;p51"/>
          <p:cNvSpPr txBox="1"/>
          <p:nvPr>
            <p:ph idx="4" type="subTitle"/>
          </p:nvPr>
        </p:nvSpPr>
        <p:spPr>
          <a:xfrm>
            <a:off x="3183350" y="237663"/>
            <a:ext cx="28254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6" name="Google Shape;296;p51"/>
          <p:cNvSpPr txBox="1"/>
          <p:nvPr>
            <p:ph idx="5" type="body"/>
          </p:nvPr>
        </p:nvSpPr>
        <p:spPr>
          <a:xfrm>
            <a:off x="6008750" y="636146"/>
            <a:ext cx="13443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  <p:sp>
        <p:nvSpPr>
          <p:cNvPr id="297" name="Google Shape;297;p51"/>
          <p:cNvSpPr txBox="1"/>
          <p:nvPr>
            <p:ph idx="6" type="title"/>
          </p:nvPr>
        </p:nvSpPr>
        <p:spPr>
          <a:xfrm>
            <a:off x="1799750" y="2287983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98" name="Google Shape;298;p51"/>
          <p:cNvSpPr txBox="1"/>
          <p:nvPr>
            <p:ph idx="7" type="subTitle"/>
          </p:nvPr>
        </p:nvSpPr>
        <p:spPr>
          <a:xfrm>
            <a:off x="1799750" y="1884113"/>
            <a:ext cx="28254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9" name="Google Shape;299;p51"/>
          <p:cNvSpPr/>
          <p:nvPr>
            <p:ph idx="8" type="pic"/>
          </p:nvPr>
        </p:nvSpPr>
        <p:spPr>
          <a:xfrm>
            <a:off x="1792200" y="3489200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300" name="Google Shape;300;p51"/>
          <p:cNvSpPr txBox="1"/>
          <p:nvPr>
            <p:ph idx="9" type="title"/>
          </p:nvPr>
        </p:nvSpPr>
        <p:spPr>
          <a:xfrm>
            <a:off x="3183350" y="3893058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01" name="Google Shape;301;p51"/>
          <p:cNvSpPr txBox="1"/>
          <p:nvPr>
            <p:ph idx="13" type="subTitle"/>
          </p:nvPr>
        </p:nvSpPr>
        <p:spPr>
          <a:xfrm>
            <a:off x="3183350" y="3489188"/>
            <a:ext cx="28254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2" name="Google Shape;302;p51"/>
          <p:cNvSpPr txBox="1"/>
          <p:nvPr>
            <p:ph idx="14" type="body"/>
          </p:nvPr>
        </p:nvSpPr>
        <p:spPr>
          <a:xfrm>
            <a:off x="6008750" y="3887671"/>
            <a:ext cx="13443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use rules" type="twoColTx">
  <p:cSld name="TITLE_AND_TWO_COLUMNS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2"/>
          <p:cNvSpPr txBox="1"/>
          <p:nvPr>
            <p:ph idx="1" type="body"/>
          </p:nvPr>
        </p:nvSpPr>
        <p:spPr>
          <a:xfrm>
            <a:off x="983450" y="3424100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5" name="Google Shape;305;p52"/>
          <p:cNvSpPr txBox="1"/>
          <p:nvPr>
            <p:ph idx="2" type="body"/>
          </p:nvPr>
        </p:nvSpPr>
        <p:spPr>
          <a:xfrm>
            <a:off x="6808175" y="3424100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6" name="Google Shape;306;p52"/>
          <p:cNvSpPr txBox="1"/>
          <p:nvPr>
            <p:ph idx="3" type="body"/>
          </p:nvPr>
        </p:nvSpPr>
        <p:spPr>
          <a:xfrm>
            <a:off x="3895799" y="3424100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7" name="Google Shape;307;p52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to play" type="titleOnly">
  <p:cSld name="TITLE_ONLY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3"/>
          <p:cNvSpPr txBox="1"/>
          <p:nvPr>
            <p:ph idx="1" type="body"/>
          </p:nvPr>
        </p:nvSpPr>
        <p:spPr>
          <a:xfrm>
            <a:off x="983450" y="3424100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10" name="Google Shape;310;p53"/>
          <p:cNvSpPr txBox="1"/>
          <p:nvPr>
            <p:ph idx="2" type="body"/>
          </p:nvPr>
        </p:nvSpPr>
        <p:spPr>
          <a:xfrm>
            <a:off x="6808175" y="3424101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11" name="Google Shape;311;p53"/>
          <p:cNvSpPr txBox="1"/>
          <p:nvPr>
            <p:ph idx="3" type="body"/>
          </p:nvPr>
        </p:nvSpPr>
        <p:spPr>
          <a:xfrm>
            <a:off x="3895799" y="3424101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12" name="Google Shape;312;p53"/>
          <p:cNvSpPr txBox="1"/>
          <p:nvPr>
            <p:ph idx="4" type="body"/>
          </p:nvPr>
        </p:nvSpPr>
        <p:spPr>
          <a:xfrm>
            <a:off x="983450" y="1695513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13" name="Google Shape;313;p53"/>
          <p:cNvSpPr txBox="1"/>
          <p:nvPr>
            <p:ph idx="5" type="body"/>
          </p:nvPr>
        </p:nvSpPr>
        <p:spPr>
          <a:xfrm>
            <a:off x="6808175" y="1695513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14" name="Google Shape;314;p53"/>
          <p:cNvSpPr txBox="1"/>
          <p:nvPr>
            <p:ph idx="6" type="body"/>
          </p:nvPr>
        </p:nvSpPr>
        <p:spPr>
          <a:xfrm>
            <a:off x="3895799" y="1695513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15" name="Google Shape;315;p53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ONE_COLUMN_TEXT">
    <p:bg>
      <p:bgPr>
        <a:solidFill>
          <a:schemeClr val="dk2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4"/>
          <p:cNvSpPr txBox="1"/>
          <p:nvPr>
            <p:ph type="title"/>
          </p:nvPr>
        </p:nvSpPr>
        <p:spPr>
          <a:xfrm>
            <a:off x="264450" y="1863150"/>
            <a:ext cx="8531400" cy="141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None/>
              <a:defRPr b="1" sz="10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&amp; Answer">
  <p:cSld name="MAIN_POINT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/>
          <p:cNvSpPr txBox="1"/>
          <p:nvPr>
            <p:ph idx="1" type="body"/>
          </p:nvPr>
        </p:nvSpPr>
        <p:spPr>
          <a:xfrm>
            <a:off x="264600" y="3803900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9pPr>
          </a:lstStyle>
          <a:p/>
        </p:txBody>
      </p:sp>
      <p:sp>
        <p:nvSpPr>
          <p:cNvPr id="320" name="Google Shape;320;p55"/>
          <p:cNvSpPr txBox="1"/>
          <p:nvPr>
            <p:ph idx="2" type="body"/>
          </p:nvPr>
        </p:nvSpPr>
        <p:spPr>
          <a:xfrm>
            <a:off x="5966850" y="3803900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9pPr>
          </a:lstStyle>
          <a:p/>
        </p:txBody>
      </p:sp>
      <p:sp>
        <p:nvSpPr>
          <p:cNvPr id="321" name="Google Shape;321;p55"/>
          <p:cNvSpPr txBox="1"/>
          <p:nvPr>
            <p:ph idx="3" type="body"/>
          </p:nvPr>
        </p:nvSpPr>
        <p:spPr>
          <a:xfrm>
            <a:off x="3115725" y="3803900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9pPr>
          </a:lstStyle>
          <a:p/>
        </p:txBody>
      </p:sp>
      <p:sp>
        <p:nvSpPr>
          <p:cNvPr id="322" name="Google Shape;322;p55"/>
          <p:cNvSpPr txBox="1"/>
          <p:nvPr>
            <p:ph idx="4" type="body"/>
          </p:nvPr>
        </p:nvSpPr>
        <p:spPr>
          <a:xfrm>
            <a:off x="264600" y="1344900"/>
            <a:ext cx="8614800" cy="14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5085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●"/>
              <a:defRPr sz="3500">
                <a:latin typeface="Bebas Neue"/>
                <a:ea typeface="Bebas Neue"/>
                <a:cs typeface="Bebas Neue"/>
                <a:sym typeface="Bebas Neue"/>
              </a:defRPr>
            </a:lvl1pPr>
            <a:lvl2pPr indent="-45085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○"/>
              <a:defRPr sz="3500">
                <a:latin typeface="Bebas Neue"/>
                <a:ea typeface="Bebas Neue"/>
                <a:cs typeface="Bebas Neue"/>
                <a:sym typeface="Bebas Neue"/>
              </a:defRPr>
            </a:lvl2pPr>
            <a:lvl3pPr indent="-4508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■"/>
              <a:defRPr sz="3500">
                <a:latin typeface="Bebas Neue"/>
                <a:ea typeface="Bebas Neue"/>
                <a:cs typeface="Bebas Neue"/>
                <a:sym typeface="Bebas Neue"/>
              </a:defRPr>
            </a:lvl3pPr>
            <a:lvl4pPr indent="-45085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●"/>
              <a:defRPr sz="3500">
                <a:latin typeface="Bebas Neue"/>
                <a:ea typeface="Bebas Neue"/>
                <a:cs typeface="Bebas Neue"/>
                <a:sym typeface="Bebas Neue"/>
              </a:defRPr>
            </a:lvl4pPr>
            <a:lvl5pPr indent="-4508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○"/>
              <a:defRPr sz="3500">
                <a:latin typeface="Bebas Neue"/>
                <a:ea typeface="Bebas Neue"/>
                <a:cs typeface="Bebas Neue"/>
                <a:sym typeface="Bebas Neue"/>
              </a:defRPr>
            </a:lvl5pPr>
            <a:lvl6pPr indent="-45085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■"/>
              <a:defRPr sz="3500">
                <a:latin typeface="Bebas Neue"/>
                <a:ea typeface="Bebas Neue"/>
                <a:cs typeface="Bebas Neue"/>
                <a:sym typeface="Bebas Neue"/>
              </a:defRPr>
            </a:lvl6pPr>
            <a:lvl7pPr indent="-4508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●"/>
              <a:defRPr sz="3500">
                <a:latin typeface="Bebas Neue"/>
                <a:ea typeface="Bebas Neue"/>
                <a:cs typeface="Bebas Neue"/>
                <a:sym typeface="Bebas Neue"/>
              </a:defRPr>
            </a:lvl7pPr>
            <a:lvl8pPr indent="-45085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○"/>
              <a:defRPr sz="3500">
                <a:latin typeface="Bebas Neue"/>
                <a:ea typeface="Bebas Neue"/>
                <a:cs typeface="Bebas Neue"/>
                <a:sym typeface="Bebas Neue"/>
              </a:defRPr>
            </a:lvl8pPr>
            <a:lvl9pPr indent="-4508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■"/>
              <a:defRPr sz="3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3" name="Google Shape;323;p55"/>
          <p:cNvSpPr txBox="1"/>
          <p:nvPr>
            <p:ph idx="5" type="subTitle"/>
          </p:nvPr>
        </p:nvSpPr>
        <p:spPr>
          <a:xfrm>
            <a:off x="269562" y="307021"/>
            <a:ext cx="28254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anking">
  <p:cSld name="SECTION_TITLE_AND_DESCRIPTION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6"/>
          <p:cNvSpPr txBox="1"/>
          <p:nvPr>
            <p:ph type="title"/>
          </p:nvPr>
        </p:nvSpPr>
        <p:spPr>
          <a:xfrm>
            <a:off x="6318600" y="576450"/>
            <a:ext cx="25782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26" name="Google Shape;326;p56"/>
          <p:cNvSpPr/>
          <p:nvPr>
            <p:ph idx="2" type="pic"/>
          </p:nvPr>
        </p:nvSpPr>
        <p:spPr>
          <a:xfrm>
            <a:off x="4883475" y="299125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56"/>
          <p:cNvSpPr txBox="1"/>
          <p:nvPr>
            <p:ph idx="1" type="subTitle"/>
          </p:nvPr>
        </p:nvSpPr>
        <p:spPr>
          <a:xfrm>
            <a:off x="6318600" y="322425"/>
            <a:ext cx="25782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328" name="Google Shape;328;p56"/>
          <p:cNvCxnSpPr/>
          <p:nvPr/>
        </p:nvCxnSpPr>
        <p:spPr>
          <a:xfrm>
            <a:off x="285575" y="1807575"/>
            <a:ext cx="8611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56"/>
          <p:cNvCxnSpPr/>
          <p:nvPr/>
        </p:nvCxnSpPr>
        <p:spPr>
          <a:xfrm>
            <a:off x="285575" y="3456775"/>
            <a:ext cx="8611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56"/>
          <p:cNvSpPr txBox="1"/>
          <p:nvPr>
            <p:ph idx="3" type="title"/>
          </p:nvPr>
        </p:nvSpPr>
        <p:spPr>
          <a:xfrm>
            <a:off x="6318600" y="2223700"/>
            <a:ext cx="25782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31" name="Google Shape;331;p56"/>
          <p:cNvSpPr/>
          <p:nvPr>
            <p:ph idx="4" type="pic"/>
          </p:nvPr>
        </p:nvSpPr>
        <p:spPr>
          <a:xfrm>
            <a:off x="4883475" y="1946375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56"/>
          <p:cNvSpPr txBox="1"/>
          <p:nvPr>
            <p:ph idx="5" type="subTitle"/>
          </p:nvPr>
        </p:nvSpPr>
        <p:spPr>
          <a:xfrm>
            <a:off x="6318600" y="1969675"/>
            <a:ext cx="25782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3" name="Google Shape;333;p56"/>
          <p:cNvSpPr txBox="1"/>
          <p:nvPr>
            <p:ph idx="6" type="title"/>
          </p:nvPr>
        </p:nvSpPr>
        <p:spPr>
          <a:xfrm>
            <a:off x="6318600" y="3870950"/>
            <a:ext cx="25782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34" name="Google Shape;334;p56"/>
          <p:cNvSpPr/>
          <p:nvPr>
            <p:ph idx="7" type="pic"/>
          </p:nvPr>
        </p:nvSpPr>
        <p:spPr>
          <a:xfrm>
            <a:off x="4883475" y="3593625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335" name="Google Shape;335;p56"/>
          <p:cNvSpPr txBox="1"/>
          <p:nvPr>
            <p:ph idx="8" type="subTitle"/>
          </p:nvPr>
        </p:nvSpPr>
        <p:spPr>
          <a:xfrm>
            <a:off x="6318600" y="3616925"/>
            <a:ext cx="25782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6" name="Google Shape;336;p56"/>
          <p:cNvSpPr txBox="1"/>
          <p:nvPr>
            <p:ph idx="9" type="title"/>
          </p:nvPr>
        </p:nvSpPr>
        <p:spPr>
          <a:xfrm>
            <a:off x="137800" y="3511325"/>
            <a:ext cx="4782300" cy="11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37" name="Google Shape;337;p56"/>
          <p:cNvSpPr txBox="1"/>
          <p:nvPr>
            <p:ph idx="13" type="title"/>
          </p:nvPr>
        </p:nvSpPr>
        <p:spPr>
          <a:xfrm>
            <a:off x="137800" y="1877950"/>
            <a:ext cx="4782300" cy="11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38" name="Google Shape;338;p56"/>
          <p:cNvSpPr txBox="1"/>
          <p:nvPr>
            <p:ph idx="14" type="title"/>
          </p:nvPr>
        </p:nvSpPr>
        <p:spPr>
          <a:xfrm>
            <a:off x="137800" y="212925"/>
            <a:ext cx="4782300" cy="11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APTION_ONLY">
    <p:bg>
      <p:bgPr>
        <a:solidFill>
          <a:schemeClr val="dk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7"/>
          <p:cNvSpPr txBox="1"/>
          <p:nvPr>
            <p:ph type="title"/>
          </p:nvPr>
        </p:nvSpPr>
        <p:spPr>
          <a:xfrm>
            <a:off x="264450" y="1863150"/>
            <a:ext cx="8531400" cy="141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IG_NUMBER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8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MAIN_POINT_1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0"/>
          <p:cNvSpPr txBox="1"/>
          <p:nvPr>
            <p:ph idx="1" type="body"/>
          </p:nvPr>
        </p:nvSpPr>
        <p:spPr>
          <a:xfrm>
            <a:off x="264600" y="2229825"/>
            <a:ext cx="8614800" cy="25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5085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●"/>
              <a:defRPr sz="3500">
                <a:latin typeface="Bebas Neue"/>
                <a:ea typeface="Bebas Neue"/>
                <a:cs typeface="Bebas Neue"/>
                <a:sym typeface="Bebas Neue"/>
              </a:defRPr>
            </a:lvl1pPr>
            <a:lvl2pPr indent="-45085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○"/>
              <a:defRPr sz="3500">
                <a:latin typeface="Bebas Neue"/>
                <a:ea typeface="Bebas Neue"/>
                <a:cs typeface="Bebas Neue"/>
                <a:sym typeface="Bebas Neue"/>
              </a:defRPr>
            </a:lvl2pPr>
            <a:lvl3pPr indent="-4508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■"/>
              <a:defRPr sz="3500">
                <a:latin typeface="Bebas Neue"/>
                <a:ea typeface="Bebas Neue"/>
                <a:cs typeface="Bebas Neue"/>
                <a:sym typeface="Bebas Neue"/>
              </a:defRPr>
            </a:lvl3pPr>
            <a:lvl4pPr indent="-45085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●"/>
              <a:defRPr sz="3500">
                <a:latin typeface="Bebas Neue"/>
                <a:ea typeface="Bebas Neue"/>
                <a:cs typeface="Bebas Neue"/>
                <a:sym typeface="Bebas Neue"/>
              </a:defRPr>
            </a:lvl4pPr>
            <a:lvl5pPr indent="-4508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○"/>
              <a:defRPr sz="3500">
                <a:latin typeface="Bebas Neue"/>
                <a:ea typeface="Bebas Neue"/>
                <a:cs typeface="Bebas Neue"/>
                <a:sym typeface="Bebas Neue"/>
              </a:defRPr>
            </a:lvl5pPr>
            <a:lvl6pPr indent="-45085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■"/>
              <a:defRPr sz="3500">
                <a:latin typeface="Bebas Neue"/>
                <a:ea typeface="Bebas Neue"/>
                <a:cs typeface="Bebas Neue"/>
                <a:sym typeface="Bebas Neue"/>
              </a:defRPr>
            </a:lvl6pPr>
            <a:lvl7pPr indent="-4508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●"/>
              <a:defRPr sz="3500">
                <a:latin typeface="Bebas Neue"/>
                <a:ea typeface="Bebas Neue"/>
                <a:cs typeface="Bebas Neue"/>
                <a:sym typeface="Bebas Neue"/>
              </a:defRPr>
            </a:lvl7pPr>
            <a:lvl8pPr indent="-45085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○"/>
              <a:defRPr sz="3500">
                <a:latin typeface="Bebas Neue"/>
                <a:ea typeface="Bebas Neue"/>
                <a:cs typeface="Bebas Neue"/>
                <a:sym typeface="Bebas Neue"/>
              </a:defRPr>
            </a:lvl8pPr>
            <a:lvl9pPr indent="-4508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■"/>
              <a:defRPr sz="3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6" name="Google Shape;346;p60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1"/>
          <p:cNvSpPr txBox="1"/>
          <p:nvPr>
            <p:ph idx="1" type="body"/>
          </p:nvPr>
        </p:nvSpPr>
        <p:spPr>
          <a:xfrm>
            <a:off x="285575" y="3424100"/>
            <a:ext cx="4211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49" name="Google Shape;349;p61"/>
          <p:cNvSpPr txBox="1"/>
          <p:nvPr>
            <p:ph idx="2" type="body"/>
          </p:nvPr>
        </p:nvSpPr>
        <p:spPr>
          <a:xfrm>
            <a:off x="4689079" y="3424100"/>
            <a:ext cx="4211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50" name="Google Shape;350;p61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3" name="Google Shape;353;p6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4" name="Google Shape;354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6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8" name="Google Shape;358;p6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9" name="Google Shape;359;p6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solidFill>
                  <a:schemeClr val="dk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>
                <a:solidFill>
                  <a:schemeClr val="dk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solidFill>
                  <a:schemeClr val="dk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>
                <a:solidFill>
                  <a:schemeClr val="dk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solidFill>
                  <a:schemeClr val="dk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>
                <a:solidFill>
                  <a:schemeClr val="dk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SECTION_HEADER_1_1">
    <p:bg>
      <p:bgPr>
        <a:solidFill>
          <a:schemeClr val="dk2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4"/>
          <p:cNvSpPr txBox="1"/>
          <p:nvPr>
            <p:ph idx="1" type="body"/>
          </p:nvPr>
        </p:nvSpPr>
        <p:spPr>
          <a:xfrm>
            <a:off x="285575" y="3424100"/>
            <a:ext cx="4211700" cy="135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●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○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■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●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○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■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●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○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■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SECTION_HEADER_1_2">
    <p:bg>
      <p:bgPr>
        <a:solidFill>
          <a:schemeClr val="dk2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5"/>
          <p:cNvSpPr txBox="1"/>
          <p:nvPr>
            <p:ph type="title"/>
          </p:nvPr>
        </p:nvSpPr>
        <p:spPr>
          <a:xfrm>
            <a:off x="2962275" y="1546075"/>
            <a:ext cx="32196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365" name="Google Shape;365;p65"/>
          <p:cNvSpPr txBox="1"/>
          <p:nvPr>
            <p:ph idx="1" type="body"/>
          </p:nvPr>
        </p:nvSpPr>
        <p:spPr>
          <a:xfrm>
            <a:off x="2962275" y="2680025"/>
            <a:ext cx="32196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ONLY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6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66"/>
          <p:cNvSpPr txBox="1"/>
          <p:nvPr>
            <p:ph idx="1" type="subTitle"/>
          </p:nvPr>
        </p:nvSpPr>
        <p:spPr>
          <a:xfrm>
            <a:off x="4689075" y="1695525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9" name="Google Shape;369;p66"/>
          <p:cNvSpPr txBox="1"/>
          <p:nvPr>
            <p:ph idx="2" type="subTitle"/>
          </p:nvPr>
        </p:nvSpPr>
        <p:spPr>
          <a:xfrm>
            <a:off x="4689075" y="4476488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0" name="Google Shape;370;p66"/>
          <p:cNvSpPr txBox="1"/>
          <p:nvPr>
            <p:ph idx="3" type="subTitle"/>
          </p:nvPr>
        </p:nvSpPr>
        <p:spPr>
          <a:xfrm>
            <a:off x="285575" y="1695525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1" name="Google Shape;371;p66"/>
          <p:cNvSpPr txBox="1"/>
          <p:nvPr>
            <p:ph idx="4" type="subTitle"/>
          </p:nvPr>
        </p:nvSpPr>
        <p:spPr>
          <a:xfrm>
            <a:off x="285575" y="4476488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2" name="Google Shape;372;p66"/>
          <p:cNvSpPr txBox="1"/>
          <p:nvPr>
            <p:ph idx="5" type="subTitle"/>
          </p:nvPr>
        </p:nvSpPr>
        <p:spPr>
          <a:xfrm>
            <a:off x="4689075" y="3086000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3" name="Google Shape;373;p66"/>
          <p:cNvSpPr txBox="1"/>
          <p:nvPr>
            <p:ph idx="6" type="subTitle"/>
          </p:nvPr>
        </p:nvSpPr>
        <p:spPr>
          <a:xfrm>
            <a:off x="285575" y="3086000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SECTION_HEADER_2">
    <p:bg>
      <p:bgPr>
        <a:solidFill>
          <a:schemeClr val="dk2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7"/>
          <p:cNvSpPr/>
          <p:nvPr>
            <p:ph idx="2" type="pic"/>
          </p:nvPr>
        </p:nvSpPr>
        <p:spPr>
          <a:xfrm>
            <a:off x="1380375" y="989850"/>
            <a:ext cx="3163800" cy="3163800"/>
          </a:xfrm>
          <a:prstGeom prst="rect">
            <a:avLst/>
          </a:prstGeom>
          <a:noFill/>
          <a:ln>
            <a:noFill/>
          </a:ln>
        </p:spPr>
      </p:sp>
      <p:sp>
        <p:nvSpPr>
          <p:cNvPr id="376" name="Google Shape;376;p67"/>
          <p:cNvSpPr txBox="1"/>
          <p:nvPr>
            <p:ph type="title"/>
          </p:nvPr>
        </p:nvSpPr>
        <p:spPr>
          <a:xfrm>
            <a:off x="4939275" y="1546082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77" name="Google Shape;377;p67"/>
          <p:cNvSpPr txBox="1"/>
          <p:nvPr>
            <p:ph idx="1" type="body"/>
          </p:nvPr>
        </p:nvSpPr>
        <p:spPr>
          <a:xfrm>
            <a:off x="4939275" y="2640775"/>
            <a:ext cx="2825400" cy="9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ITLE_AND_TWO_COLUMNS_2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8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0" name="Google Shape;380;p68"/>
          <p:cNvSpPr txBox="1"/>
          <p:nvPr>
            <p:ph idx="1" type="body"/>
          </p:nvPr>
        </p:nvSpPr>
        <p:spPr>
          <a:xfrm>
            <a:off x="4689075" y="3725900"/>
            <a:ext cx="42117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81" name="Google Shape;381;p68"/>
          <p:cNvSpPr txBox="1"/>
          <p:nvPr>
            <p:ph idx="2" type="subTitle"/>
          </p:nvPr>
        </p:nvSpPr>
        <p:spPr>
          <a:xfrm>
            <a:off x="4689075" y="3424100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2" name="Google Shape;382;p68"/>
          <p:cNvSpPr txBox="1"/>
          <p:nvPr>
            <p:ph idx="3" type="body"/>
          </p:nvPr>
        </p:nvSpPr>
        <p:spPr>
          <a:xfrm>
            <a:off x="285575" y="3725900"/>
            <a:ext cx="42117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83" name="Google Shape;383;p68"/>
          <p:cNvSpPr txBox="1"/>
          <p:nvPr>
            <p:ph idx="4" type="subTitle"/>
          </p:nvPr>
        </p:nvSpPr>
        <p:spPr>
          <a:xfrm>
            <a:off x="285575" y="3424100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ITLE_AND_TWO_COLUMNS_2_2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9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6" name="Google Shape;386;p69"/>
          <p:cNvSpPr txBox="1"/>
          <p:nvPr>
            <p:ph idx="1" type="body"/>
          </p:nvPr>
        </p:nvSpPr>
        <p:spPr>
          <a:xfrm>
            <a:off x="285575" y="3725900"/>
            <a:ext cx="278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87" name="Google Shape;387;p69"/>
          <p:cNvSpPr txBox="1"/>
          <p:nvPr>
            <p:ph idx="2" type="subTitle"/>
          </p:nvPr>
        </p:nvSpPr>
        <p:spPr>
          <a:xfrm>
            <a:off x="285575" y="3424100"/>
            <a:ext cx="27855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8" name="Google Shape;388;p69"/>
          <p:cNvSpPr txBox="1"/>
          <p:nvPr>
            <p:ph idx="3" type="body"/>
          </p:nvPr>
        </p:nvSpPr>
        <p:spPr>
          <a:xfrm>
            <a:off x="6115275" y="3725900"/>
            <a:ext cx="278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89" name="Google Shape;389;p69"/>
          <p:cNvSpPr txBox="1"/>
          <p:nvPr>
            <p:ph idx="4" type="subTitle"/>
          </p:nvPr>
        </p:nvSpPr>
        <p:spPr>
          <a:xfrm>
            <a:off x="6115275" y="3424100"/>
            <a:ext cx="27855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90" name="Google Shape;390;p69"/>
          <p:cNvSpPr txBox="1"/>
          <p:nvPr>
            <p:ph idx="5" type="body"/>
          </p:nvPr>
        </p:nvSpPr>
        <p:spPr>
          <a:xfrm>
            <a:off x="3200425" y="3725900"/>
            <a:ext cx="278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1" name="Google Shape;391;p69"/>
          <p:cNvSpPr txBox="1"/>
          <p:nvPr>
            <p:ph idx="6" type="subTitle"/>
          </p:nvPr>
        </p:nvSpPr>
        <p:spPr>
          <a:xfrm>
            <a:off x="3200425" y="3424100"/>
            <a:ext cx="27855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TITLE_AND_TWO_COLUMNS_2_1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70"/>
          <p:cNvSpPr txBox="1"/>
          <p:nvPr>
            <p:ph idx="1" type="body"/>
          </p:nvPr>
        </p:nvSpPr>
        <p:spPr>
          <a:xfrm>
            <a:off x="4689075" y="1997325"/>
            <a:ext cx="42117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4" name="Google Shape;394;p70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5" name="Google Shape;395;p70"/>
          <p:cNvSpPr txBox="1"/>
          <p:nvPr>
            <p:ph idx="2" type="subTitle"/>
          </p:nvPr>
        </p:nvSpPr>
        <p:spPr>
          <a:xfrm>
            <a:off x="4689075" y="1695525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96" name="Google Shape;396;p70"/>
          <p:cNvSpPr txBox="1"/>
          <p:nvPr>
            <p:ph idx="3" type="body"/>
          </p:nvPr>
        </p:nvSpPr>
        <p:spPr>
          <a:xfrm>
            <a:off x="4689075" y="3725900"/>
            <a:ext cx="42117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7" name="Google Shape;397;p70"/>
          <p:cNvSpPr txBox="1"/>
          <p:nvPr>
            <p:ph idx="4" type="subTitle"/>
          </p:nvPr>
        </p:nvSpPr>
        <p:spPr>
          <a:xfrm>
            <a:off x="4689075" y="3424100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98" name="Google Shape;398;p70"/>
          <p:cNvSpPr txBox="1"/>
          <p:nvPr>
            <p:ph idx="5" type="body"/>
          </p:nvPr>
        </p:nvSpPr>
        <p:spPr>
          <a:xfrm>
            <a:off x="285575" y="1997325"/>
            <a:ext cx="42117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9" name="Google Shape;399;p70"/>
          <p:cNvSpPr txBox="1"/>
          <p:nvPr>
            <p:ph idx="6" type="subTitle"/>
          </p:nvPr>
        </p:nvSpPr>
        <p:spPr>
          <a:xfrm>
            <a:off x="285575" y="1695525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0" name="Google Shape;400;p70"/>
          <p:cNvSpPr txBox="1"/>
          <p:nvPr>
            <p:ph idx="7" type="body"/>
          </p:nvPr>
        </p:nvSpPr>
        <p:spPr>
          <a:xfrm>
            <a:off x="285575" y="3725900"/>
            <a:ext cx="42117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01" name="Google Shape;401;p70"/>
          <p:cNvSpPr txBox="1"/>
          <p:nvPr>
            <p:ph idx="8" type="subTitle"/>
          </p:nvPr>
        </p:nvSpPr>
        <p:spPr>
          <a:xfrm>
            <a:off x="285575" y="3424100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SECTION_HEADER_2_1">
    <p:bg>
      <p:bgPr>
        <a:solidFill>
          <a:schemeClr val="dk2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1"/>
          <p:cNvSpPr/>
          <p:nvPr>
            <p:ph idx="2" type="pic"/>
          </p:nvPr>
        </p:nvSpPr>
        <p:spPr>
          <a:xfrm>
            <a:off x="5715750" y="1614500"/>
            <a:ext cx="3163800" cy="3163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71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ITLE_AND_BODY_1_1">
    <p:bg>
      <p:bgPr>
        <a:solidFill>
          <a:schemeClr val="dk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2"/>
          <p:cNvSpPr txBox="1"/>
          <p:nvPr>
            <p:ph idx="1" type="body"/>
          </p:nvPr>
        </p:nvSpPr>
        <p:spPr>
          <a:xfrm>
            <a:off x="3347475" y="3368198"/>
            <a:ext cx="4168500" cy="14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  <p:sp>
        <p:nvSpPr>
          <p:cNvPr id="407" name="Google Shape;407;p72"/>
          <p:cNvSpPr/>
          <p:nvPr>
            <p:ph idx="2" type="pic"/>
          </p:nvPr>
        </p:nvSpPr>
        <p:spPr>
          <a:xfrm>
            <a:off x="7527925" y="2760977"/>
            <a:ext cx="1371600" cy="20997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72"/>
          <p:cNvSpPr/>
          <p:nvPr>
            <p:ph idx="3" type="pic"/>
          </p:nvPr>
        </p:nvSpPr>
        <p:spPr>
          <a:xfrm>
            <a:off x="3339925" y="240660"/>
            <a:ext cx="1371600" cy="20997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72"/>
          <p:cNvSpPr txBox="1"/>
          <p:nvPr>
            <p:ph type="title"/>
          </p:nvPr>
        </p:nvSpPr>
        <p:spPr>
          <a:xfrm>
            <a:off x="285575" y="237683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10" name="Google Shape;410;p72"/>
          <p:cNvSpPr txBox="1"/>
          <p:nvPr>
            <p:ph idx="4" type="subTitle"/>
          </p:nvPr>
        </p:nvSpPr>
        <p:spPr>
          <a:xfrm>
            <a:off x="4731075" y="237675"/>
            <a:ext cx="4168500" cy="4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411" name="Google Shape;411;p72"/>
          <p:cNvCxnSpPr/>
          <p:nvPr/>
        </p:nvCxnSpPr>
        <p:spPr>
          <a:xfrm>
            <a:off x="3339925" y="2587988"/>
            <a:ext cx="5559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" name="Google Shape;412;p72"/>
          <p:cNvSpPr txBox="1"/>
          <p:nvPr>
            <p:ph idx="5" type="body"/>
          </p:nvPr>
        </p:nvSpPr>
        <p:spPr>
          <a:xfrm>
            <a:off x="4731075" y="847690"/>
            <a:ext cx="4168500" cy="14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  <p:sp>
        <p:nvSpPr>
          <p:cNvPr id="413" name="Google Shape;413;p72"/>
          <p:cNvSpPr txBox="1"/>
          <p:nvPr>
            <p:ph idx="6" type="subTitle"/>
          </p:nvPr>
        </p:nvSpPr>
        <p:spPr>
          <a:xfrm>
            <a:off x="3347475" y="2758183"/>
            <a:ext cx="4168500" cy="4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ITLE_AND_BODY_1">
    <p:bg>
      <p:bgPr>
        <a:solidFill>
          <a:schemeClr val="dk2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3"/>
          <p:cNvSpPr txBox="1"/>
          <p:nvPr>
            <p:ph idx="1" type="body"/>
          </p:nvPr>
        </p:nvSpPr>
        <p:spPr>
          <a:xfrm>
            <a:off x="3347475" y="2282600"/>
            <a:ext cx="41685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  <p:sp>
        <p:nvSpPr>
          <p:cNvPr id="416" name="Google Shape;416;p73"/>
          <p:cNvSpPr/>
          <p:nvPr>
            <p:ph idx="2" type="pic"/>
          </p:nvPr>
        </p:nvSpPr>
        <p:spPr>
          <a:xfrm>
            <a:off x="7527925" y="1885950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417" name="Google Shape;417;p73"/>
          <p:cNvSpPr/>
          <p:nvPr>
            <p:ph idx="3" type="pic"/>
          </p:nvPr>
        </p:nvSpPr>
        <p:spPr>
          <a:xfrm>
            <a:off x="3339925" y="239625"/>
            <a:ext cx="1371600" cy="1371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18" name="Google Shape;418;p73"/>
          <p:cNvGrpSpPr/>
          <p:nvPr/>
        </p:nvGrpSpPr>
        <p:grpSpPr>
          <a:xfrm>
            <a:off x="3339925" y="1772950"/>
            <a:ext cx="5559600" cy="1597600"/>
            <a:chOff x="1807850" y="1773875"/>
            <a:chExt cx="5559600" cy="1597600"/>
          </a:xfrm>
        </p:grpSpPr>
        <p:cxnSp>
          <p:nvCxnSpPr>
            <p:cNvPr id="419" name="Google Shape;419;p73"/>
            <p:cNvCxnSpPr/>
            <p:nvPr/>
          </p:nvCxnSpPr>
          <p:spPr>
            <a:xfrm>
              <a:off x="1807850" y="1773875"/>
              <a:ext cx="55596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Google Shape;420;p73"/>
            <p:cNvCxnSpPr/>
            <p:nvPr/>
          </p:nvCxnSpPr>
          <p:spPr>
            <a:xfrm>
              <a:off x="1807850" y="3371475"/>
              <a:ext cx="55596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1" name="Google Shape;421;p73"/>
          <p:cNvSpPr txBox="1"/>
          <p:nvPr>
            <p:ph type="title"/>
          </p:nvPr>
        </p:nvSpPr>
        <p:spPr>
          <a:xfrm>
            <a:off x="285575" y="237683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22" name="Google Shape;422;p73"/>
          <p:cNvSpPr txBox="1"/>
          <p:nvPr>
            <p:ph idx="4" type="subTitle"/>
          </p:nvPr>
        </p:nvSpPr>
        <p:spPr>
          <a:xfrm>
            <a:off x="4731075" y="237675"/>
            <a:ext cx="41685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3" name="Google Shape;423;p73"/>
          <p:cNvSpPr txBox="1"/>
          <p:nvPr>
            <p:ph idx="5" type="body"/>
          </p:nvPr>
        </p:nvSpPr>
        <p:spPr>
          <a:xfrm>
            <a:off x="4731075" y="636150"/>
            <a:ext cx="4168500" cy="9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  <p:sp>
        <p:nvSpPr>
          <p:cNvPr id="424" name="Google Shape;424;p73"/>
          <p:cNvSpPr txBox="1"/>
          <p:nvPr>
            <p:ph idx="6" type="subTitle"/>
          </p:nvPr>
        </p:nvSpPr>
        <p:spPr>
          <a:xfrm>
            <a:off x="3347475" y="1884125"/>
            <a:ext cx="41685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5" name="Google Shape;425;p73"/>
          <p:cNvSpPr/>
          <p:nvPr>
            <p:ph idx="7" type="pic"/>
          </p:nvPr>
        </p:nvSpPr>
        <p:spPr>
          <a:xfrm>
            <a:off x="3339925" y="3489200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73"/>
          <p:cNvSpPr txBox="1"/>
          <p:nvPr>
            <p:ph idx="8" type="subTitle"/>
          </p:nvPr>
        </p:nvSpPr>
        <p:spPr>
          <a:xfrm>
            <a:off x="4731075" y="3489200"/>
            <a:ext cx="41685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7" name="Google Shape;427;p73"/>
          <p:cNvSpPr txBox="1"/>
          <p:nvPr>
            <p:ph idx="9" type="body"/>
          </p:nvPr>
        </p:nvSpPr>
        <p:spPr>
          <a:xfrm>
            <a:off x="4731075" y="3887675"/>
            <a:ext cx="41685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SECTION_HEADER_2_1_1">
    <p:bg>
      <p:bgPr>
        <a:solidFill>
          <a:schemeClr val="dk2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4"/>
          <p:cNvSpPr/>
          <p:nvPr>
            <p:ph idx="2" type="pic"/>
          </p:nvPr>
        </p:nvSpPr>
        <p:spPr>
          <a:xfrm>
            <a:off x="264450" y="212925"/>
            <a:ext cx="8615100" cy="471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2_2_1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5"/>
          <p:cNvSpPr/>
          <p:nvPr>
            <p:ph idx="2" type="pic"/>
          </p:nvPr>
        </p:nvSpPr>
        <p:spPr>
          <a:xfrm>
            <a:off x="1193350" y="3424100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75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3" name="Google Shape;433;p75"/>
          <p:cNvSpPr/>
          <p:nvPr>
            <p:ph idx="3" type="pic"/>
          </p:nvPr>
        </p:nvSpPr>
        <p:spPr>
          <a:xfrm>
            <a:off x="3008813" y="3424100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75"/>
          <p:cNvSpPr/>
          <p:nvPr>
            <p:ph idx="4" type="pic"/>
          </p:nvPr>
        </p:nvSpPr>
        <p:spPr>
          <a:xfrm>
            <a:off x="6639738" y="3424100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75"/>
          <p:cNvSpPr/>
          <p:nvPr>
            <p:ph idx="5" type="pic"/>
          </p:nvPr>
        </p:nvSpPr>
        <p:spPr>
          <a:xfrm>
            <a:off x="4824275" y="3424100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75"/>
          <p:cNvSpPr/>
          <p:nvPr>
            <p:ph idx="6" type="pic"/>
          </p:nvPr>
        </p:nvSpPr>
        <p:spPr>
          <a:xfrm>
            <a:off x="285625" y="1695513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p75"/>
          <p:cNvSpPr/>
          <p:nvPr>
            <p:ph idx="7" type="pic"/>
          </p:nvPr>
        </p:nvSpPr>
        <p:spPr>
          <a:xfrm>
            <a:off x="2101088" y="1695513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438" name="Google Shape;438;p75"/>
          <p:cNvSpPr/>
          <p:nvPr>
            <p:ph idx="8" type="pic"/>
          </p:nvPr>
        </p:nvSpPr>
        <p:spPr>
          <a:xfrm>
            <a:off x="5732013" y="1695513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439" name="Google Shape;439;p75"/>
          <p:cNvSpPr/>
          <p:nvPr>
            <p:ph idx="9" type="pic"/>
          </p:nvPr>
        </p:nvSpPr>
        <p:spPr>
          <a:xfrm>
            <a:off x="3916550" y="1695513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440" name="Google Shape;440;p75"/>
          <p:cNvSpPr/>
          <p:nvPr>
            <p:ph idx="13" type="pic"/>
          </p:nvPr>
        </p:nvSpPr>
        <p:spPr>
          <a:xfrm>
            <a:off x="7547475" y="1695513"/>
            <a:ext cx="1353300" cy="1354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68.xml"/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26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0.xml"/><Relationship Id="rId28" Type="http://schemas.openxmlformats.org/officeDocument/2006/relationships/theme" Target="../theme/theme3.xml"/><Relationship Id="rId27" Type="http://schemas.openxmlformats.org/officeDocument/2006/relationships/slideLayout" Target="../slideLayouts/slideLayout72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 sz="3500">
                <a:solidFill>
                  <a:schemeClr val="dk1"/>
                </a:solidFill>
                <a:latin typeface="Georama ExtraBold"/>
                <a:ea typeface="Georama ExtraBold"/>
                <a:cs typeface="Georama ExtraBold"/>
                <a:sym typeface="Georama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 sz="3500">
                <a:solidFill>
                  <a:schemeClr val="dk1"/>
                </a:solidFill>
                <a:latin typeface="Georama ExtraBold"/>
                <a:ea typeface="Georama ExtraBold"/>
                <a:cs typeface="Georama ExtraBold"/>
                <a:sym typeface="Georama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 sz="3500">
                <a:solidFill>
                  <a:schemeClr val="dk1"/>
                </a:solidFill>
                <a:latin typeface="Georama ExtraBold"/>
                <a:ea typeface="Georama ExtraBold"/>
                <a:cs typeface="Georama ExtraBold"/>
                <a:sym typeface="Georama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 sz="3500">
                <a:solidFill>
                  <a:schemeClr val="dk1"/>
                </a:solidFill>
                <a:latin typeface="Georama ExtraBold"/>
                <a:ea typeface="Georama ExtraBold"/>
                <a:cs typeface="Georama ExtraBold"/>
                <a:sym typeface="Georama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 sz="3500">
                <a:solidFill>
                  <a:schemeClr val="dk1"/>
                </a:solidFill>
                <a:latin typeface="Georama ExtraBold"/>
                <a:ea typeface="Georama ExtraBold"/>
                <a:cs typeface="Georama ExtraBold"/>
                <a:sym typeface="Georama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 sz="3500">
                <a:solidFill>
                  <a:schemeClr val="dk1"/>
                </a:solidFill>
                <a:latin typeface="Georama ExtraBold"/>
                <a:ea typeface="Georama ExtraBold"/>
                <a:cs typeface="Georama ExtraBold"/>
                <a:sym typeface="Georama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 sz="3500">
                <a:solidFill>
                  <a:schemeClr val="dk1"/>
                </a:solidFill>
                <a:latin typeface="Georama ExtraBold"/>
                <a:ea typeface="Georama ExtraBold"/>
                <a:cs typeface="Georama ExtraBold"/>
                <a:sym typeface="Georama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 sz="3500">
                <a:solidFill>
                  <a:schemeClr val="dk1"/>
                </a:solidFill>
                <a:latin typeface="Georama ExtraBold"/>
                <a:ea typeface="Georama ExtraBold"/>
                <a:cs typeface="Georama ExtraBold"/>
                <a:sym typeface="Georama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ama ExtraBold"/>
              <a:buNone/>
              <a:defRPr sz="3500">
                <a:solidFill>
                  <a:schemeClr val="dk1"/>
                </a:solidFill>
                <a:latin typeface="Georama ExtraBold"/>
                <a:ea typeface="Georama ExtraBold"/>
                <a:cs typeface="Georama ExtraBold"/>
                <a:sym typeface="Georama Extra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2648125"/>
            <a:ext cx="8520600" cy="20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ama Light"/>
              <a:buChar char="●"/>
              <a:defRPr sz="1200">
                <a:solidFill>
                  <a:schemeClr val="dk1"/>
                </a:solidFill>
                <a:latin typeface="Georama Light"/>
                <a:ea typeface="Georama Light"/>
                <a:cs typeface="Georama Light"/>
                <a:sym typeface="Georama Light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ama Light"/>
              <a:buChar char="○"/>
              <a:defRPr sz="1200">
                <a:solidFill>
                  <a:schemeClr val="dk1"/>
                </a:solidFill>
                <a:latin typeface="Georama Light"/>
                <a:ea typeface="Georama Light"/>
                <a:cs typeface="Georama Light"/>
                <a:sym typeface="Georama Light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ama Light"/>
              <a:buChar char="■"/>
              <a:defRPr sz="1200">
                <a:solidFill>
                  <a:schemeClr val="dk1"/>
                </a:solidFill>
                <a:latin typeface="Georama Light"/>
                <a:ea typeface="Georama Light"/>
                <a:cs typeface="Georama Light"/>
                <a:sym typeface="Georama Light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ama Light"/>
              <a:buChar char="●"/>
              <a:defRPr sz="1200">
                <a:solidFill>
                  <a:schemeClr val="dk1"/>
                </a:solidFill>
                <a:latin typeface="Georama Light"/>
                <a:ea typeface="Georama Light"/>
                <a:cs typeface="Georama Light"/>
                <a:sym typeface="Georama Light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ama Light"/>
              <a:buChar char="○"/>
              <a:defRPr sz="1200">
                <a:solidFill>
                  <a:schemeClr val="dk1"/>
                </a:solidFill>
                <a:latin typeface="Georama Light"/>
                <a:ea typeface="Georama Light"/>
                <a:cs typeface="Georama Light"/>
                <a:sym typeface="Georama Light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ama Light"/>
              <a:buChar char="■"/>
              <a:defRPr sz="1200">
                <a:solidFill>
                  <a:schemeClr val="dk1"/>
                </a:solidFill>
                <a:latin typeface="Georama Light"/>
                <a:ea typeface="Georama Light"/>
                <a:cs typeface="Georama Light"/>
                <a:sym typeface="Georama Light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ama Light"/>
              <a:buChar char="●"/>
              <a:defRPr sz="1200">
                <a:solidFill>
                  <a:schemeClr val="dk1"/>
                </a:solidFill>
                <a:latin typeface="Georama Light"/>
                <a:ea typeface="Georama Light"/>
                <a:cs typeface="Georama Light"/>
                <a:sym typeface="Georama Light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ama Light"/>
              <a:buChar char="○"/>
              <a:defRPr sz="1200">
                <a:solidFill>
                  <a:schemeClr val="dk1"/>
                </a:solidFill>
                <a:latin typeface="Georama Light"/>
                <a:ea typeface="Georama Light"/>
                <a:cs typeface="Georama Light"/>
                <a:sym typeface="Georama Light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ama Light"/>
              <a:buChar char="■"/>
              <a:defRPr sz="1200">
                <a:solidFill>
                  <a:schemeClr val="dk1"/>
                </a:solidFill>
                <a:latin typeface="Georama Light"/>
                <a:ea typeface="Georama Light"/>
                <a:cs typeface="Georama Light"/>
                <a:sym typeface="Georama L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800">
                <a:solidFill>
                  <a:schemeClr val="dk1"/>
                </a:solidFill>
                <a:latin typeface="Georama ExtraLight"/>
                <a:ea typeface="Georama ExtraLight"/>
                <a:cs typeface="Georama ExtraLight"/>
                <a:sym typeface="Georama ExtraLight"/>
              </a:defRPr>
            </a:lvl1pPr>
            <a:lvl2pPr lvl="1" rtl="0" algn="r">
              <a:buNone/>
              <a:defRPr sz="1800">
                <a:solidFill>
                  <a:schemeClr val="dk1"/>
                </a:solidFill>
                <a:latin typeface="Georama ExtraLight"/>
                <a:ea typeface="Georama ExtraLight"/>
                <a:cs typeface="Georama ExtraLight"/>
                <a:sym typeface="Georama ExtraLight"/>
              </a:defRPr>
            </a:lvl2pPr>
            <a:lvl3pPr lvl="2" rtl="0" algn="r">
              <a:buNone/>
              <a:defRPr sz="1800">
                <a:solidFill>
                  <a:schemeClr val="dk1"/>
                </a:solidFill>
                <a:latin typeface="Georama ExtraLight"/>
                <a:ea typeface="Georama ExtraLight"/>
                <a:cs typeface="Georama ExtraLight"/>
                <a:sym typeface="Georama ExtraLight"/>
              </a:defRPr>
            </a:lvl3pPr>
            <a:lvl4pPr lvl="3" rtl="0" algn="r">
              <a:buNone/>
              <a:defRPr sz="1800">
                <a:solidFill>
                  <a:schemeClr val="dk1"/>
                </a:solidFill>
                <a:latin typeface="Georama ExtraLight"/>
                <a:ea typeface="Georama ExtraLight"/>
                <a:cs typeface="Georama ExtraLight"/>
                <a:sym typeface="Georama ExtraLight"/>
              </a:defRPr>
            </a:lvl4pPr>
            <a:lvl5pPr lvl="4" rtl="0" algn="r">
              <a:buNone/>
              <a:defRPr sz="1800">
                <a:solidFill>
                  <a:schemeClr val="dk1"/>
                </a:solidFill>
                <a:latin typeface="Georama ExtraLight"/>
                <a:ea typeface="Georama ExtraLight"/>
                <a:cs typeface="Georama ExtraLight"/>
                <a:sym typeface="Georama ExtraLight"/>
              </a:defRPr>
            </a:lvl5pPr>
            <a:lvl6pPr lvl="5" rtl="0" algn="r">
              <a:buNone/>
              <a:defRPr sz="1800">
                <a:solidFill>
                  <a:schemeClr val="dk1"/>
                </a:solidFill>
                <a:latin typeface="Georama ExtraLight"/>
                <a:ea typeface="Georama ExtraLight"/>
                <a:cs typeface="Georama ExtraLight"/>
                <a:sym typeface="Georama ExtraLight"/>
              </a:defRPr>
            </a:lvl6pPr>
            <a:lvl7pPr lvl="6" rtl="0" algn="r">
              <a:buNone/>
              <a:defRPr sz="1800">
                <a:solidFill>
                  <a:schemeClr val="dk1"/>
                </a:solidFill>
                <a:latin typeface="Georama ExtraLight"/>
                <a:ea typeface="Georama ExtraLight"/>
                <a:cs typeface="Georama ExtraLight"/>
                <a:sym typeface="Georama ExtraLight"/>
              </a:defRPr>
            </a:lvl7pPr>
            <a:lvl8pPr lvl="7" rtl="0" algn="r">
              <a:buNone/>
              <a:defRPr sz="1800">
                <a:solidFill>
                  <a:schemeClr val="dk1"/>
                </a:solidFill>
                <a:latin typeface="Georama ExtraLight"/>
                <a:ea typeface="Georama ExtraLight"/>
                <a:cs typeface="Georama ExtraLight"/>
                <a:sym typeface="Georama ExtraLight"/>
              </a:defRPr>
            </a:lvl8pPr>
            <a:lvl9pPr lvl="8" rtl="0" algn="r">
              <a:buNone/>
              <a:defRPr sz="1800">
                <a:solidFill>
                  <a:schemeClr val="dk1"/>
                </a:solidFill>
                <a:latin typeface="Georama ExtraLight"/>
                <a:ea typeface="Georama ExtraLight"/>
                <a:cs typeface="Georama ExtraLight"/>
                <a:sym typeface="Georama Extra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024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8"/>
          <p:cNvSpPr txBox="1"/>
          <p:nvPr>
            <p:ph type="title"/>
          </p:nvPr>
        </p:nvSpPr>
        <p:spPr>
          <a:xfrm>
            <a:off x="264600" y="212925"/>
            <a:ext cx="86151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Bebas Neue"/>
              <a:buNone/>
              <a:defRPr sz="80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8" name="Google Shape;278;p48"/>
          <p:cNvSpPr txBox="1"/>
          <p:nvPr>
            <p:ph idx="1" type="body"/>
          </p:nvPr>
        </p:nvSpPr>
        <p:spPr>
          <a:xfrm>
            <a:off x="264600" y="3650599"/>
            <a:ext cx="28074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●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○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■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●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○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■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●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○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■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ibm.com/think/topics/data-leakage-machine-learn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gif"/><Relationship Id="rId4" Type="http://schemas.openxmlformats.org/officeDocument/2006/relationships/image" Target="../media/image2.png"/><Relationship Id="rId5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76" title="Data-Leakage-2024-09-14_10-23-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-2022825"/>
            <a:ext cx="9143998" cy="5225147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76"/>
          <p:cNvSpPr txBox="1"/>
          <p:nvPr>
            <p:ph type="title"/>
          </p:nvPr>
        </p:nvSpPr>
        <p:spPr>
          <a:xfrm>
            <a:off x="545575" y="3202325"/>
            <a:ext cx="8623200" cy="19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Data Leakage</a:t>
            </a:r>
            <a:endParaRPr>
              <a:latin typeface="Georama ExtraLight"/>
              <a:ea typeface="Georama ExtraLight"/>
              <a:cs typeface="Georama ExtraLight"/>
              <a:sym typeface="Georama ExtraLigh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ama ExtraLight"/>
                <a:ea typeface="Georama ExtraLight"/>
                <a:cs typeface="Georama ExtraLight"/>
                <a:sym typeface="Georama ExtraLight"/>
              </a:rPr>
              <a:t>Mitigation and prevention techniques</a:t>
            </a:r>
            <a:endParaRPr>
              <a:latin typeface="Georama ExtraLight"/>
              <a:ea typeface="Georama ExtraLight"/>
              <a:cs typeface="Georama ExtraLight"/>
              <a:sym typeface="Georama ExtraLigh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ama ExtraLight"/>
                <a:ea typeface="Georama ExtraLight"/>
                <a:cs typeface="Georama ExtraLight"/>
                <a:sym typeface="Georama ExtraLight"/>
              </a:rPr>
              <a:t>By: Arewa Morountudun Ojelade</a:t>
            </a:r>
            <a:endParaRPr>
              <a:latin typeface="Georama ExtraLight"/>
              <a:ea typeface="Georama ExtraLight"/>
              <a:cs typeface="Georama ExtraLight"/>
              <a:sym typeface="Georama Extra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7"/>
          <p:cNvSpPr/>
          <p:nvPr/>
        </p:nvSpPr>
        <p:spPr>
          <a:xfrm rot="457958">
            <a:off x="3203406" y="2715917"/>
            <a:ext cx="2947606" cy="1609112"/>
          </a:xfrm>
          <a:custGeom>
            <a:rect b="b" l="l" r="r" t="t"/>
            <a:pathLst>
              <a:path extrusionOk="0" h="99787" w="117129">
                <a:moveTo>
                  <a:pt x="66027" y="99737"/>
                </a:moveTo>
                <a:cubicBezTo>
                  <a:pt x="50642" y="99737"/>
                  <a:pt x="33178" y="100540"/>
                  <a:pt x="20575" y="91716"/>
                </a:cubicBezTo>
                <a:cubicBezTo>
                  <a:pt x="3600" y="79831"/>
                  <a:pt x="-4442" y="51742"/>
                  <a:pt x="2527" y="32227"/>
                </a:cubicBezTo>
                <a:cubicBezTo>
                  <a:pt x="13345" y="1934"/>
                  <a:pt x="66333" y="-7537"/>
                  <a:pt x="95438" y="6158"/>
                </a:cubicBezTo>
                <a:cubicBezTo>
                  <a:pt x="111767" y="13841"/>
                  <a:pt x="122597" y="41009"/>
                  <a:pt x="114154" y="56958"/>
                </a:cubicBezTo>
                <a:cubicBezTo>
                  <a:pt x="102464" y="79039"/>
                  <a:pt x="73604" y="92199"/>
                  <a:pt x="48648" y="93387"/>
                </a:cubicBezTo>
              </a:path>
            </a:pathLst>
          </a:cu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52" name="Google Shape;452;p77"/>
          <p:cNvSpPr txBox="1"/>
          <p:nvPr>
            <p:ph idx="4" type="body"/>
          </p:nvPr>
        </p:nvSpPr>
        <p:spPr>
          <a:xfrm>
            <a:off x="606639" y="1191568"/>
            <a:ext cx="7911600" cy="14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Data leakage</a:t>
            </a:r>
            <a:r>
              <a:rPr lang="en" sz="2800"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" sz="2800">
                <a:latin typeface="Oswald"/>
                <a:ea typeface="Oswald"/>
                <a:cs typeface="Oswald"/>
                <a:sym typeface="Oswald"/>
              </a:rPr>
              <a:t>in </a:t>
            </a:r>
            <a:r>
              <a:rPr lang="en" sz="2800"/>
              <a:t>Machine Learning</a:t>
            </a:r>
            <a:r>
              <a:rPr lang="en" sz="2800">
                <a:latin typeface="Oswald"/>
                <a:ea typeface="Oswald"/>
                <a:cs typeface="Oswald"/>
                <a:sym typeface="Oswald"/>
              </a:rPr>
              <a:t> is a type of error that “... causes a predictive model to look accurate until deployed in its use case; then, it will yield inaccurate results, leading to poor decision-making and false insights.”</a:t>
            </a:r>
            <a:endParaRPr sz="2800"/>
          </a:p>
        </p:txBody>
      </p:sp>
      <p:sp>
        <p:nvSpPr>
          <p:cNvPr id="453" name="Google Shape;453;p77"/>
          <p:cNvSpPr txBox="1"/>
          <p:nvPr>
            <p:ph idx="5" type="subTitle"/>
          </p:nvPr>
        </p:nvSpPr>
        <p:spPr>
          <a:xfrm>
            <a:off x="269551" y="307025"/>
            <a:ext cx="52395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0C343D"/>
                </a:solidFill>
              </a:rPr>
              <a:t>What is Data leakage in machine learning?</a:t>
            </a:r>
            <a:endParaRPr sz="2400">
              <a:solidFill>
                <a:srgbClr val="0C343D"/>
              </a:solidFill>
            </a:endParaRPr>
          </a:p>
        </p:txBody>
      </p:sp>
      <p:sp>
        <p:nvSpPr>
          <p:cNvPr id="454" name="Google Shape;454;p77"/>
          <p:cNvSpPr/>
          <p:nvPr/>
        </p:nvSpPr>
        <p:spPr>
          <a:xfrm rot="249448">
            <a:off x="565436" y="777313"/>
            <a:ext cx="3727542" cy="433039"/>
          </a:xfrm>
          <a:custGeom>
            <a:rect b="b" l="l" r="r" t="t"/>
            <a:pathLst>
              <a:path extrusionOk="0" h="17321" w="149097">
                <a:moveTo>
                  <a:pt x="0" y="16843"/>
                </a:moveTo>
                <a:cubicBezTo>
                  <a:pt x="10025" y="13500"/>
                  <a:pt x="20512" y="11208"/>
                  <a:pt x="31053" y="10456"/>
                </a:cubicBezTo>
                <a:cubicBezTo>
                  <a:pt x="33851" y="10256"/>
                  <a:pt x="38283" y="8774"/>
                  <a:pt x="39422" y="11337"/>
                </a:cubicBezTo>
                <a:cubicBezTo>
                  <a:pt x="41319" y="15604"/>
                  <a:pt x="25326" y="19923"/>
                  <a:pt x="25987" y="15301"/>
                </a:cubicBezTo>
                <a:cubicBezTo>
                  <a:pt x="26625" y="10839"/>
                  <a:pt x="33301" y="9621"/>
                  <a:pt x="37660" y="8474"/>
                </a:cubicBezTo>
                <a:cubicBezTo>
                  <a:pt x="48374" y="5654"/>
                  <a:pt x="59437" y="4147"/>
                  <a:pt x="70474" y="3188"/>
                </a:cubicBezTo>
                <a:cubicBezTo>
                  <a:pt x="96603" y="917"/>
                  <a:pt x="122872" y="-311"/>
                  <a:pt x="149097" y="105"/>
                </a:cubicBezTo>
              </a:path>
            </a:pathLst>
          </a:cu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55" name="Google Shape;455;p77"/>
          <p:cNvSpPr txBox="1"/>
          <p:nvPr>
            <p:ph idx="1" type="body"/>
          </p:nvPr>
        </p:nvSpPr>
        <p:spPr>
          <a:xfrm>
            <a:off x="690536" y="3488214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False Perspective</a:t>
            </a:r>
            <a:endParaRPr/>
          </a:p>
        </p:txBody>
      </p:sp>
      <p:sp>
        <p:nvSpPr>
          <p:cNvPr id="456" name="Google Shape;456;p77"/>
          <p:cNvSpPr txBox="1"/>
          <p:nvPr>
            <p:ph idx="2" type="body"/>
          </p:nvPr>
        </p:nvSpPr>
        <p:spPr>
          <a:xfrm>
            <a:off x="6392786" y="3488214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Poor decision-making </a:t>
            </a:r>
            <a:endParaRPr/>
          </a:p>
        </p:txBody>
      </p:sp>
      <p:sp>
        <p:nvSpPr>
          <p:cNvPr id="457" name="Google Shape;457;p77"/>
          <p:cNvSpPr txBox="1"/>
          <p:nvPr>
            <p:ph idx="3" type="body"/>
          </p:nvPr>
        </p:nvSpPr>
        <p:spPr>
          <a:xfrm>
            <a:off x="3541661" y="3488214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Inaccurate results after use-case deployment.	</a:t>
            </a:r>
            <a:endParaRPr/>
          </a:p>
        </p:txBody>
      </p:sp>
      <p:sp>
        <p:nvSpPr>
          <p:cNvPr id="458" name="Google Shape;458;p77"/>
          <p:cNvSpPr txBox="1"/>
          <p:nvPr/>
        </p:nvSpPr>
        <p:spPr>
          <a:xfrm>
            <a:off x="690536" y="2936454"/>
            <a:ext cx="280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A.</a:t>
            </a:r>
            <a:endParaRPr sz="3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59" name="Google Shape;459;p77"/>
          <p:cNvSpPr txBox="1"/>
          <p:nvPr/>
        </p:nvSpPr>
        <p:spPr>
          <a:xfrm>
            <a:off x="3541661" y="2936454"/>
            <a:ext cx="280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B.</a:t>
            </a:r>
            <a:endParaRPr sz="3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60" name="Google Shape;460;p77"/>
          <p:cNvSpPr txBox="1"/>
          <p:nvPr/>
        </p:nvSpPr>
        <p:spPr>
          <a:xfrm>
            <a:off x="6392786" y="2936454"/>
            <a:ext cx="280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C.</a:t>
            </a:r>
            <a:endParaRPr sz="3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61" name="Google Shape;461;p77"/>
          <p:cNvSpPr txBox="1"/>
          <p:nvPr/>
        </p:nvSpPr>
        <p:spPr>
          <a:xfrm>
            <a:off x="309825" y="4472000"/>
            <a:ext cx="872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rPr>
              <a:t>Reference: </a:t>
            </a:r>
            <a:r>
              <a:rPr lang="en" sz="1500" u="sng">
                <a:solidFill>
                  <a:srgbClr val="0000FF"/>
                </a:solidFill>
                <a:latin typeface="Lora Medium"/>
                <a:ea typeface="Lora Medium"/>
                <a:cs typeface="Lora Medium"/>
                <a:sym typeface="Lora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IBM-What is Data Leakage in Machine Learning By Tim Mucci</a:t>
            </a:r>
            <a:endParaRPr sz="150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FF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8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7" name="Google Shape;467;p78"/>
          <p:cNvSpPr txBox="1"/>
          <p:nvPr>
            <p:ph idx="1" type="subTitle"/>
          </p:nvPr>
        </p:nvSpPr>
        <p:spPr>
          <a:xfrm>
            <a:off x="7776156" y="1930950"/>
            <a:ext cx="1231800" cy="12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 errors</a:t>
            </a:r>
            <a:endParaRPr/>
          </a:p>
        </p:txBody>
      </p:sp>
      <p:sp>
        <p:nvSpPr>
          <p:cNvPr id="468" name="Google Shape;468;p78"/>
          <p:cNvSpPr txBox="1"/>
          <p:nvPr>
            <p:ph idx="2" type="subTitle"/>
          </p:nvPr>
        </p:nvSpPr>
        <p:spPr>
          <a:xfrm>
            <a:off x="3209922" y="3645450"/>
            <a:ext cx="1319700" cy="12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Improper Normalization</a:t>
            </a:r>
            <a:endParaRPr/>
          </a:p>
        </p:txBody>
      </p:sp>
      <p:sp>
        <p:nvSpPr>
          <p:cNvPr id="469" name="Google Shape;469;p78"/>
          <p:cNvSpPr txBox="1"/>
          <p:nvPr>
            <p:ph idx="3" type="subTitle"/>
          </p:nvPr>
        </p:nvSpPr>
        <p:spPr>
          <a:xfrm>
            <a:off x="4673077" y="1930950"/>
            <a:ext cx="1463100" cy="12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External data contamination</a:t>
            </a:r>
            <a:endParaRPr/>
          </a:p>
        </p:txBody>
      </p:sp>
      <p:sp>
        <p:nvSpPr>
          <p:cNvPr id="470" name="Google Shape;470;p78"/>
          <p:cNvSpPr txBox="1"/>
          <p:nvPr>
            <p:ph idx="4" type="subTitle"/>
          </p:nvPr>
        </p:nvSpPr>
        <p:spPr>
          <a:xfrm>
            <a:off x="3264343" y="216450"/>
            <a:ext cx="1231800" cy="12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Inclusion of </a:t>
            </a:r>
            <a:r>
              <a:rPr lang="en"/>
              <a:t>future</a:t>
            </a:r>
            <a:r>
              <a:rPr lang="en"/>
              <a:t> information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78"/>
          <p:cNvSpPr txBox="1"/>
          <p:nvPr>
            <p:ph idx="5" type="subTitle"/>
          </p:nvPr>
        </p:nvSpPr>
        <p:spPr>
          <a:xfrm>
            <a:off x="6231453" y="216450"/>
            <a:ext cx="1319700" cy="12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Inappropriate feature selection</a:t>
            </a:r>
            <a:endParaRPr/>
          </a:p>
        </p:txBody>
      </p:sp>
      <p:sp>
        <p:nvSpPr>
          <p:cNvPr id="472" name="Google Shape;472;p78"/>
          <p:cNvSpPr txBox="1"/>
          <p:nvPr>
            <p:ph idx="6" type="subTitle"/>
          </p:nvPr>
        </p:nvSpPr>
        <p:spPr>
          <a:xfrm>
            <a:off x="6272285" y="3645450"/>
            <a:ext cx="1231800" cy="12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 and process changes leakage</a:t>
            </a:r>
            <a:endParaRPr/>
          </a:p>
        </p:txBody>
      </p:sp>
      <p:sp>
        <p:nvSpPr>
          <p:cNvPr id="473" name="Google Shape;473;p78"/>
          <p:cNvSpPr txBox="1"/>
          <p:nvPr>
            <p:ph type="title"/>
          </p:nvPr>
        </p:nvSpPr>
        <p:spPr>
          <a:xfrm>
            <a:off x="241225" y="1728350"/>
            <a:ext cx="3899700" cy="17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Leakage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79"/>
          <p:cNvGrpSpPr/>
          <p:nvPr/>
        </p:nvGrpSpPr>
        <p:grpSpPr>
          <a:xfrm rot="-900059">
            <a:off x="4590728" y="513790"/>
            <a:ext cx="4470629" cy="2728427"/>
            <a:chOff x="6681950" y="1521963"/>
            <a:chExt cx="2470975" cy="1508038"/>
          </a:xfrm>
        </p:grpSpPr>
        <p:grpSp>
          <p:nvGrpSpPr>
            <p:cNvPr id="479" name="Google Shape;479;p79"/>
            <p:cNvGrpSpPr/>
            <p:nvPr/>
          </p:nvGrpSpPr>
          <p:grpSpPr>
            <a:xfrm>
              <a:off x="6681950" y="2345088"/>
              <a:ext cx="853725" cy="684913"/>
              <a:chOff x="2138250" y="3582813"/>
              <a:chExt cx="853725" cy="684913"/>
            </a:xfrm>
          </p:grpSpPr>
          <p:sp>
            <p:nvSpPr>
              <p:cNvPr id="480" name="Google Shape;480;p79"/>
              <p:cNvSpPr/>
              <p:nvPr/>
            </p:nvSpPr>
            <p:spPr>
              <a:xfrm rot="10800000">
                <a:off x="2623550" y="3674675"/>
                <a:ext cx="368425" cy="593050"/>
              </a:xfrm>
              <a:custGeom>
                <a:rect b="b" l="l" r="r" t="t"/>
                <a:pathLst>
                  <a:path extrusionOk="0" h="23722" w="14737">
                    <a:moveTo>
                      <a:pt x="0" y="23722"/>
                    </a:moveTo>
                    <a:lnTo>
                      <a:pt x="14737" y="0"/>
                    </a:lnTo>
                  </a:path>
                </a:pathLst>
              </a:custGeom>
              <a:noFill/>
              <a:ln cap="flat" cmpd="sng" w="38100">
                <a:solidFill>
                  <a:srgbClr val="274E1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81" name="Google Shape;481;p79"/>
              <p:cNvSpPr/>
              <p:nvPr/>
            </p:nvSpPr>
            <p:spPr>
              <a:xfrm rot="10800000">
                <a:off x="2138250" y="3582813"/>
                <a:ext cx="624500" cy="269575"/>
              </a:xfrm>
              <a:custGeom>
                <a:rect b="b" l="l" r="r" t="t"/>
                <a:pathLst>
                  <a:path extrusionOk="0" h="10783" w="24980">
                    <a:moveTo>
                      <a:pt x="0" y="10783"/>
                    </a:moveTo>
                    <a:lnTo>
                      <a:pt x="24980" y="0"/>
                    </a:lnTo>
                  </a:path>
                </a:pathLst>
              </a:custGeom>
              <a:noFill/>
              <a:ln cap="flat" cmpd="sng" w="38100">
                <a:solidFill>
                  <a:srgbClr val="274E1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grpSp>
          <p:nvGrpSpPr>
            <p:cNvPr id="482" name="Google Shape;482;p79"/>
            <p:cNvGrpSpPr/>
            <p:nvPr/>
          </p:nvGrpSpPr>
          <p:grpSpPr>
            <a:xfrm rot="10800000">
              <a:off x="8078300" y="1521963"/>
              <a:ext cx="1074625" cy="611200"/>
              <a:chOff x="3838500" y="1421350"/>
              <a:chExt cx="1074625" cy="611200"/>
            </a:xfrm>
          </p:grpSpPr>
          <p:sp>
            <p:nvSpPr>
              <p:cNvPr id="483" name="Google Shape;483;p79"/>
              <p:cNvSpPr/>
              <p:nvPr/>
            </p:nvSpPr>
            <p:spPr>
              <a:xfrm>
                <a:off x="3838500" y="1421350"/>
                <a:ext cx="889600" cy="193200"/>
              </a:xfrm>
              <a:custGeom>
                <a:rect b="b" l="l" r="r" t="t"/>
                <a:pathLst>
                  <a:path extrusionOk="0" h="7728" w="35584">
                    <a:moveTo>
                      <a:pt x="35584" y="0"/>
                    </a:moveTo>
                    <a:lnTo>
                      <a:pt x="0" y="7728"/>
                    </a:lnTo>
                  </a:path>
                </a:pathLst>
              </a:custGeom>
              <a:noFill/>
              <a:ln cap="flat" cmpd="sng" w="38100">
                <a:solidFill>
                  <a:srgbClr val="274E1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84" name="Google Shape;484;p79"/>
              <p:cNvSpPr/>
              <p:nvPr/>
            </p:nvSpPr>
            <p:spPr>
              <a:xfrm>
                <a:off x="4221225" y="1559575"/>
                <a:ext cx="566100" cy="359450"/>
              </a:xfrm>
              <a:custGeom>
                <a:rect b="b" l="l" r="r" t="t"/>
                <a:pathLst>
                  <a:path extrusionOk="0" h="14378" w="22644">
                    <a:moveTo>
                      <a:pt x="22644" y="0"/>
                    </a:moveTo>
                    <a:lnTo>
                      <a:pt x="0" y="14378"/>
                    </a:lnTo>
                  </a:path>
                </a:pathLst>
              </a:custGeom>
              <a:noFill/>
              <a:ln cap="flat" cmpd="sng" w="38100">
                <a:solidFill>
                  <a:srgbClr val="274E1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85" name="Google Shape;485;p79"/>
              <p:cNvSpPr/>
              <p:nvPr/>
            </p:nvSpPr>
            <p:spPr>
              <a:xfrm>
                <a:off x="4787325" y="1695575"/>
                <a:ext cx="125800" cy="336975"/>
              </a:xfrm>
              <a:custGeom>
                <a:rect b="b" l="l" r="r" t="t"/>
                <a:pathLst>
                  <a:path extrusionOk="0" h="13479" w="5032">
                    <a:moveTo>
                      <a:pt x="5032" y="0"/>
                    </a:moveTo>
                    <a:lnTo>
                      <a:pt x="0" y="13479"/>
                    </a:lnTo>
                  </a:path>
                </a:pathLst>
              </a:custGeom>
              <a:noFill/>
              <a:ln cap="flat" cmpd="sng" w="38100">
                <a:solidFill>
                  <a:srgbClr val="274E1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  <p:sp>
        <p:nvSpPr>
          <p:cNvPr id="486" name="Google Shape;486;p79"/>
          <p:cNvSpPr txBox="1"/>
          <p:nvPr>
            <p:ph idx="4" type="body"/>
          </p:nvPr>
        </p:nvSpPr>
        <p:spPr>
          <a:xfrm>
            <a:off x="264600" y="1344900"/>
            <a:ext cx="8614800" cy="14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>
                <a:latin typeface="Oswald"/>
                <a:ea typeface="Oswald"/>
                <a:cs typeface="Oswald"/>
                <a:sym typeface="Oswald"/>
              </a:rPr>
              <a:t>To prevent </a:t>
            </a:r>
            <a:r>
              <a:rPr lang="en"/>
              <a:t>Data leakage</a:t>
            </a:r>
            <a:r>
              <a:rPr lang="en">
                <a:latin typeface="Oswald"/>
                <a:ea typeface="Oswald"/>
                <a:cs typeface="Oswald"/>
                <a:sym typeface="Oswald"/>
              </a:rPr>
              <a:t>, organizations must engage in careful data handling and systematic evaluation”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79"/>
          <p:cNvSpPr txBox="1"/>
          <p:nvPr>
            <p:ph idx="1" type="body"/>
          </p:nvPr>
        </p:nvSpPr>
        <p:spPr>
          <a:xfrm>
            <a:off x="413032" y="3803900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Appropriate Data </a:t>
            </a:r>
            <a:r>
              <a:rPr lang="en"/>
              <a:t>preprocessing</a:t>
            </a:r>
            <a:endParaRPr/>
          </a:p>
        </p:txBody>
      </p:sp>
      <p:sp>
        <p:nvSpPr>
          <p:cNvPr id="488" name="Google Shape;488;p79"/>
          <p:cNvSpPr txBox="1"/>
          <p:nvPr>
            <p:ph idx="2" type="body"/>
          </p:nvPr>
        </p:nvSpPr>
        <p:spPr>
          <a:xfrm>
            <a:off x="6115282" y="3803900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Regular model evaluation</a:t>
            </a:r>
            <a:endParaRPr/>
          </a:p>
        </p:txBody>
      </p:sp>
      <p:sp>
        <p:nvSpPr>
          <p:cNvPr id="489" name="Google Shape;489;p79"/>
          <p:cNvSpPr txBox="1"/>
          <p:nvPr>
            <p:ph idx="3" type="body"/>
          </p:nvPr>
        </p:nvSpPr>
        <p:spPr>
          <a:xfrm>
            <a:off x="3264157" y="3803900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Proper Feature engineering</a:t>
            </a:r>
            <a:endParaRPr/>
          </a:p>
        </p:txBody>
      </p:sp>
      <p:sp>
        <p:nvSpPr>
          <p:cNvPr id="490" name="Google Shape;490;p79"/>
          <p:cNvSpPr txBox="1"/>
          <p:nvPr/>
        </p:nvSpPr>
        <p:spPr>
          <a:xfrm>
            <a:off x="413032" y="3252140"/>
            <a:ext cx="280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A.</a:t>
            </a:r>
            <a:endParaRPr sz="3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91" name="Google Shape;491;p79"/>
          <p:cNvSpPr txBox="1"/>
          <p:nvPr/>
        </p:nvSpPr>
        <p:spPr>
          <a:xfrm>
            <a:off x="3264157" y="3252140"/>
            <a:ext cx="280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B.</a:t>
            </a:r>
            <a:endParaRPr sz="3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92" name="Google Shape;492;p79"/>
          <p:cNvSpPr txBox="1"/>
          <p:nvPr/>
        </p:nvSpPr>
        <p:spPr>
          <a:xfrm>
            <a:off x="6115282" y="3252140"/>
            <a:ext cx="280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C.</a:t>
            </a:r>
            <a:endParaRPr sz="3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93" name="Google Shape;493;p79"/>
          <p:cNvSpPr txBox="1"/>
          <p:nvPr>
            <p:ph idx="5" type="subTitle"/>
          </p:nvPr>
        </p:nvSpPr>
        <p:spPr>
          <a:xfrm>
            <a:off x="269551" y="307025"/>
            <a:ext cx="52395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0C343D"/>
                </a:solidFill>
              </a:rPr>
              <a:t>Prevention Techniques</a:t>
            </a:r>
            <a:endParaRPr sz="2400">
              <a:solidFill>
                <a:srgbClr val="0C343D"/>
              </a:solidFill>
            </a:endParaRPr>
          </a:p>
        </p:txBody>
      </p:sp>
      <p:sp>
        <p:nvSpPr>
          <p:cNvPr id="494" name="Google Shape;494;p79"/>
          <p:cNvSpPr/>
          <p:nvPr/>
        </p:nvSpPr>
        <p:spPr>
          <a:xfrm rot="249448">
            <a:off x="565436" y="777313"/>
            <a:ext cx="3727542" cy="433039"/>
          </a:xfrm>
          <a:custGeom>
            <a:rect b="b" l="l" r="r" t="t"/>
            <a:pathLst>
              <a:path extrusionOk="0" h="17321" w="149097">
                <a:moveTo>
                  <a:pt x="0" y="16843"/>
                </a:moveTo>
                <a:cubicBezTo>
                  <a:pt x="10025" y="13500"/>
                  <a:pt x="20512" y="11208"/>
                  <a:pt x="31053" y="10456"/>
                </a:cubicBezTo>
                <a:cubicBezTo>
                  <a:pt x="33851" y="10256"/>
                  <a:pt x="38283" y="8774"/>
                  <a:pt x="39422" y="11337"/>
                </a:cubicBezTo>
                <a:cubicBezTo>
                  <a:pt x="41319" y="15604"/>
                  <a:pt x="25326" y="19923"/>
                  <a:pt x="25987" y="15301"/>
                </a:cubicBezTo>
                <a:cubicBezTo>
                  <a:pt x="26625" y="10839"/>
                  <a:pt x="33301" y="9621"/>
                  <a:pt x="37660" y="8474"/>
                </a:cubicBezTo>
                <a:cubicBezTo>
                  <a:pt x="48374" y="5654"/>
                  <a:pt x="59437" y="4147"/>
                  <a:pt x="70474" y="3188"/>
                </a:cubicBezTo>
                <a:cubicBezTo>
                  <a:pt x="96603" y="917"/>
                  <a:pt x="122872" y="-311"/>
                  <a:pt x="149097" y="105"/>
                </a:cubicBezTo>
              </a:path>
            </a:pathLst>
          </a:cu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5" name="Google Shape;495;p79"/>
          <p:cNvSpPr txBox="1"/>
          <p:nvPr/>
        </p:nvSpPr>
        <p:spPr>
          <a:xfrm>
            <a:off x="832050" y="4438350"/>
            <a:ext cx="52395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Mucci, T. (2024, September 30). </a:t>
            </a:r>
            <a:r>
              <a:rPr i="1" lang="en" sz="1200">
                <a:solidFill>
                  <a:schemeClr val="lt2"/>
                </a:solidFill>
              </a:rPr>
              <a:t>Data leakage in machine learning</a:t>
            </a:r>
            <a:r>
              <a:rPr lang="en" sz="1200">
                <a:solidFill>
                  <a:schemeClr val="lt2"/>
                </a:solidFill>
              </a:rPr>
              <a:t>. Ibm.com. https://www.ibm.com/think/topics/data-leakage-machine-learning</a:t>
            </a:r>
            <a:endParaRPr sz="1200">
              <a:solidFill>
                <a:schemeClr val="lt2"/>
              </a:solidFill>
            </a:endParaRPr>
          </a:p>
          <a:p>
            <a:pPr indent="-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80"/>
          <p:cNvSpPr txBox="1"/>
          <p:nvPr>
            <p:ph idx="12" type="sldNum"/>
          </p:nvPr>
        </p:nvSpPr>
        <p:spPr>
          <a:xfrm>
            <a:off x="8171425" y="4663225"/>
            <a:ext cx="825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1" name="Google Shape;501;p8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8" l="0" r="0" t="15627"/>
          <a:stretch/>
        </p:blipFill>
        <p:spPr>
          <a:xfrm>
            <a:off x="33" y="25"/>
            <a:ext cx="3048003" cy="2571901"/>
          </a:xfrm>
          <a:prstGeom prst="rect">
            <a:avLst/>
          </a:prstGeom>
        </p:spPr>
      </p:pic>
      <p:pic>
        <p:nvPicPr>
          <p:cNvPr id="502" name="Google Shape;502;p80" title="Screenshot-2020-08-02-at-10.39.55-AM-1280x720.pn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0" r="-593" t="0"/>
          <a:stretch/>
        </p:blipFill>
        <p:spPr>
          <a:xfrm>
            <a:off x="4544875" y="-27525"/>
            <a:ext cx="4631674" cy="2612200"/>
          </a:xfrm>
          <a:prstGeom prst="rect">
            <a:avLst/>
          </a:prstGeom>
        </p:spPr>
      </p:pic>
      <p:pic>
        <p:nvPicPr>
          <p:cNvPr id="503" name="Google Shape;503;p80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0" l="11174" r="11167" t="0"/>
          <a:stretch/>
        </p:blipFill>
        <p:spPr>
          <a:xfrm>
            <a:off x="3048030" y="2584668"/>
            <a:ext cx="3048003" cy="2571899"/>
          </a:xfrm>
          <a:prstGeom prst="rect">
            <a:avLst/>
          </a:prstGeom>
        </p:spPr>
      </p:pic>
      <p:sp>
        <p:nvSpPr>
          <p:cNvPr id="504" name="Google Shape;504;p80"/>
          <p:cNvSpPr txBox="1"/>
          <p:nvPr>
            <p:ph type="title"/>
          </p:nvPr>
        </p:nvSpPr>
        <p:spPr>
          <a:xfrm>
            <a:off x="275975" y="3414455"/>
            <a:ext cx="2496000" cy="8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Proper Evaluation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81"/>
          <p:cNvSpPr txBox="1"/>
          <p:nvPr>
            <p:ph idx="1" type="body"/>
          </p:nvPr>
        </p:nvSpPr>
        <p:spPr>
          <a:xfrm>
            <a:off x="4774525" y="1338500"/>
            <a:ext cx="4028700" cy="27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Target Leakage Example: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model to predict cancer containing a field with levels of </a:t>
            </a:r>
            <a:r>
              <a:rPr lang="en"/>
              <a:t>aggression</a:t>
            </a:r>
            <a:r>
              <a:rPr lang="en"/>
              <a:t> which is usually </a:t>
            </a:r>
            <a:r>
              <a:rPr lang="en"/>
              <a:t>assessed</a:t>
            </a:r>
            <a:r>
              <a:rPr lang="en"/>
              <a:t> after cancer has been detected introduces future information that would not be available in the real world use case.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Correlations to overfitting : In this case, the model is overfitting due to the levels of aggression giving away the classification of malignancy.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0" name="Google Shape;510;p81" title="data-leakage-4.png"/>
          <p:cNvPicPr preferRelativeResize="0"/>
          <p:nvPr/>
        </p:nvPicPr>
        <p:blipFill rotWithShape="1">
          <a:blip r:embed="rId3">
            <a:alphaModFix/>
          </a:blip>
          <a:srcRect b="16008" l="0" r="0" t="0"/>
          <a:stretch/>
        </p:blipFill>
        <p:spPr>
          <a:xfrm>
            <a:off x="152400" y="120132"/>
            <a:ext cx="4028701" cy="38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81"/>
          <p:cNvSpPr txBox="1"/>
          <p:nvPr/>
        </p:nvSpPr>
        <p:spPr>
          <a:xfrm>
            <a:off x="715900" y="4069400"/>
            <a:ext cx="52725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Mucci, T. (2024, September 30).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leakage machine learning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Ibm.com. https://www.ibm.com/think/topics/data-leakage-machine-learnin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Targeted leaks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(2023, December 20). MEGALADATA. https://megaladata.com/blog/data-leakage-machine-learning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ama Light"/>
              <a:ea typeface="Georama Light"/>
              <a:cs typeface="Georama Light"/>
              <a:sym typeface="Georama Light"/>
            </a:endParaRPr>
          </a:p>
        </p:txBody>
      </p:sp>
      <p:sp>
        <p:nvSpPr>
          <p:cNvPr id="512" name="Google Shape;512;p81"/>
          <p:cNvSpPr txBox="1"/>
          <p:nvPr/>
        </p:nvSpPr>
        <p:spPr>
          <a:xfrm>
            <a:off x="5208025" y="283950"/>
            <a:ext cx="3161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eXAMPLE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" name="Google Shape;517;p82"/>
          <p:cNvGrpSpPr/>
          <p:nvPr/>
        </p:nvGrpSpPr>
        <p:grpSpPr>
          <a:xfrm>
            <a:off x="6939316" y="2829351"/>
            <a:ext cx="1940076" cy="2314140"/>
            <a:chOff x="5134000" y="1285825"/>
            <a:chExt cx="1355275" cy="1616584"/>
          </a:xfrm>
        </p:grpSpPr>
        <p:sp>
          <p:nvSpPr>
            <p:cNvPr id="518" name="Google Shape;518;p82"/>
            <p:cNvSpPr/>
            <p:nvPr/>
          </p:nvSpPr>
          <p:spPr>
            <a:xfrm>
              <a:off x="5734450" y="1862512"/>
              <a:ext cx="754825" cy="1039875"/>
            </a:xfrm>
            <a:custGeom>
              <a:rect b="b" l="l" r="r" t="t"/>
              <a:pathLst>
                <a:path extrusionOk="0" h="41595" w="30193">
                  <a:moveTo>
                    <a:pt x="0" y="41595"/>
                  </a:moveTo>
                  <a:cubicBezTo>
                    <a:pt x="12131" y="41595"/>
                    <a:pt x="25671" y="31131"/>
                    <a:pt x="28864" y="19427"/>
                  </a:cubicBezTo>
                  <a:cubicBezTo>
                    <a:pt x="30515" y="13375"/>
                    <a:pt x="31220" y="5159"/>
                    <a:pt x="26785" y="724"/>
                  </a:cubicBezTo>
                  <a:cubicBezTo>
                    <a:pt x="23735" y="-2326"/>
                    <a:pt x="19751" y="5718"/>
                    <a:pt x="16164" y="8113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19" name="Google Shape;519;p82"/>
            <p:cNvSpPr/>
            <p:nvPr/>
          </p:nvSpPr>
          <p:spPr>
            <a:xfrm>
              <a:off x="6087202" y="1285825"/>
              <a:ext cx="101373" cy="767944"/>
            </a:xfrm>
            <a:custGeom>
              <a:rect b="b" l="l" r="r" t="t"/>
              <a:pathLst>
                <a:path extrusionOk="0" h="20320" w="3387">
                  <a:moveTo>
                    <a:pt x="1617" y="20320"/>
                  </a:moveTo>
                  <a:cubicBezTo>
                    <a:pt x="4136" y="14009"/>
                    <a:pt x="4077" y="5436"/>
                    <a:pt x="0" y="0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0" name="Google Shape;520;p82"/>
            <p:cNvSpPr/>
            <p:nvPr/>
          </p:nvSpPr>
          <p:spPr>
            <a:xfrm>
              <a:off x="5575275" y="1285825"/>
              <a:ext cx="525755" cy="678779"/>
            </a:xfrm>
            <a:custGeom>
              <a:rect b="b" l="l" r="r" t="t"/>
              <a:pathLst>
                <a:path extrusionOk="0" h="17318" w="17780">
                  <a:moveTo>
                    <a:pt x="17780" y="0"/>
                  </a:moveTo>
                  <a:cubicBezTo>
                    <a:pt x="11930" y="5850"/>
                    <a:pt x="2009" y="9292"/>
                    <a:pt x="0" y="17318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1" name="Google Shape;521;p82"/>
            <p:cNvSpPr/>
            <p:nvPr/>
          </p:nvSpPr>
          <p:spPr>
            <a:xfrm>
              <a:off x="5435392" y="1632006"/>
              <a:ext cx="139874" cy="336574"/>
            </a:xfrm>
            <a:custGeom>
              <a:rect b="b" l="l" r="r" t="t"/>
              <a:pathLst>
                <a:path extrusionOk="0" h="13392" w="6849">
                  <a:moveTo>
                    <a:pt x="6696" y="13392"/>
                  </a:moveTo>
                  <a:cubicBezTo>
                    <a:pt x="7676" y="8498"/>
                    <a:pt x="2767" y="4154"/>
                    <a:pt x="0" y="0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2" name="Google Shape;522;p82"/>
            <p:cNvSpPr/>
            <p:nvPr/>
          </p:nvSpPr>
          <p:spPr>
            <a:xfrm>
              <a:off x="5134000" y="1628400"/>
              <a:ext cx="600431" cy="1273987"/>
            </a:xfrm>
            <a:custGeom>
              <a:rect b="b" l="l" r="r" t="t"/>
              <a:pathLst>
                <a:path extrusionOk="0" h="50711" w="23241">
                  <a:moveTo>
                    <a:pt x="12355" y="0"/>
                  </a:moveTo>
                  <a:cubicBezTo>
                    <a:pt x="8465" y="11684"/>
                    <a:pt x="-1746" y="22765"/>
                    <a:pt x="275" y="34913"/>
                  </a:cubicBezTo>
                  <a:cubicBezTo>
                    <a:pt x="1800" y="44079"/>
                    <a:pt x="13949" y="50711"/>
                    <a:pt x="23241" y="50711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3" name="Google Shape;523;p82"/>
            <p:cNvSpPr/>
            <p:nvPr/>
          </p:nvSpPr>
          <p:spPr>
            <a:xfrm>
              <a:off x="5413925" y="2005650"/>
              <a:ext cx="698950" cy="896759"/>
            </a:xfrm>
            <a:custGeom>
              <a:rect b="b" l="l" r="r" t="t"/>
              <a:pathLst>
                <a:path extrusionOk="0" h="35621" w="27958">
                  <a:moveTo>
                    <a:pt x="11778" y="35621"/>
                  </a:moveTo>
                  <a:cubicBezTo>
                    <a:pt x="18057" y="34229"/>
                    <a:pt x="23992" y="28982"/>
                    <a:pt x="26381" y="23010"/>
                  </a:cubicBezTo>
                  <a:cubicBezTo>
                    <a:pt x="29311" y="15686"/>
                    <a:pt x="28454" y="1342"/>
                    <a:pt x="20673" y="43"/>
                  </a:cubicBezTo>
                  <a:cubicBezTo>
                    <a:pt x="16786" y="-606"/>
                    <a:pt x="17641" y="8489"/>
                    <a:pt x="13902" y="9734"/>
                  </a:cubicBezTo>
                  <a:cubicBezTo>
                    <a:pt x="11779" y="10441"/>
                    <a:pt x="9828" y="6009"/>
                    <a:pt x="7796" y="6946"/>
                  </a:cubicBezTo>
                  <a:cubicBezTo>
                    <a:pt x="3616" y="8874"/>
                    <a:pt x="1207" y="13998"/>
                    <a:pt x="229" y="18496"/>
                  </a:cubicBezTo>
                  <a:cubicBezTo>
                    <a:pt x="-1124" y="24721"/>
                    <a:pt x="4541" y="32540"/>
                    <a:pt x="10583" y="34559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524" name="Google Shape;524;p82"/>
          <p:cNvSpPr txBox="1"/>
          <p:nvPr>
            <p:ph idx="1" type="body"/>
          </p:nvPr>
        </p:nvSpPr>
        <p:spPr>
          <a:xfrm>
            <a:off x="264600" y="3803900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Prepare/Search/Test</a:t>
            </a:r>
            <a:endParaRPr/>
          </a:p>
        </p:txBody>
      </p:sp>
      <p:sp>
        <p:nvSpPr>
          <p:cNvPr id="525" name="Google Shape;525;p82"/>
          <p:cNvSpPr txBox="1"/>
          <p:nvPr>
            <p:ph idx="2" type="body"/>
          </p:nvPr>
        </p:nvSpPr>
        <p:spPr>
          <a:xfrm>
            <a:off x="5966850" y="3803900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Unexpected model behavior.</a:t>
            </a:r>
            <a:endParaRPr/>
          </a:p>
        </p:txBody>
      </p:sp>
      <p:sp>
        <p:nvSpPr>
          <p:cNvPr id="526" name="Google Shape;526;p82"/>
          <p:cNvSpPr txBox="1"/>
          <p:nvPr>
            <p:ph idx="3" type="body"/>
          </p:nvPr>
        </p:nvSpPr>
        <p:spPr>
          <a:xfrm>
            <a:off x="3115725" y="3803900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Unusually high performance during testing.</a:t>
            </a:r>
            <a:endParaRPr/>
          </a:p>
        </p:txBody>
      </p:sp>
      <p:sp>
        <p:nvSpPr>
          <p:cNvPr id="527" name="Google Shape;527;p82"/>
          <p:cNvSpPr txBox="1"/>
          <p:nvPr/>
        </p:nvSpPr>
        <p:spPr>
          <a:xfrm>
            <a:off x="264600" y="3252140"/>
            <a:ext cx="280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A.</a:t>
            </a:r>
            <a:endParaRPr sz="3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28" name="Google Shape;528;p82"/>
          <p:cNvSpPr txBox="1"/>
          <p:nvPr/>
        </p:nvSpPr>
        <p:spPr>
          <a:xfrm>
            <a:off x="3115725" y="3252140"/>
            <a:ext cx="280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B.</a:t>
            </a:r>
            <a:endParaRPr sz="3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29" name="Google Shape;529;p82"/>
          <p:cNvSpPr txBox="1"/>
          <p:nvPr/>
        </p:nvSpPr>
        <p:spPr>
          <a:xfrm>
            <a:off x="5966850" y="3252140"/>
            <a:ext cx="280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C.</a:t>
            </a:r>
            <a:endParaRPr sz="3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30" name="Google Shape;530;p82"/>
          <p:cNvSpPr txBox="1"/>
          <p:nvPr>
            <p:ph idx="5" type="subTitle"/>
          </p:nvPr>
        </p:nvSpPr>
        <p:spPr>
          <a:xfrm>
            <a:off x="269551" y="307025"/>
            <a:ext cx="52395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0C343D"/>
                </a:solidFill>
              </a:rPr>
              <a:t>Detection Techniques</a:t>
            </a:r>
            <a:endParaRPr sz="2400">
              <a:solidFill>
                <a:srgbClr val="0C343D"/>
              </a:solidFill>
            </a:endParaRPr>
          </a:p>
        </p:txBody>
      </p:sp>
      <p:sp>
        <p:nvSpPr>
          <p:cNvPr id="531" name="Google Shape;531;p82"/>
          <p:cNvSpPr/>
          <p:nvPr/>
        </p:nvSpPr>
        <p:spPr>
          <a:xfrm rot="249448">
            <a:off x="565436" y="777313"/>
            <a:ext cx="3727542" cy="433039"/>
          </a:xfrm>
          <a:custGeom>
            <a:rect b="b" l="l" r="r" t="t"/>
            <a:pathLst>
              <a:path extrusionOk="0" h="17321" w="149097">
                <a:moveTo>
                  <a:pt x="0" y="16843"/>
                </a:moveTo>
                <a:cubicBezTo>
                  <a:pt x="10025" y="13500"/>
                  <a:pt x="20512" y="11208"/>
                  <a:pt x="31053" y="10456"/>
                </a:cubicBezTo>
                <a:cubicBezTo>
                  <a:pt x="33851" y="10256"/>
                  <a:pt x="38283" y="8774"/>
                  <a:pt x="39422" y="11337"/>
                </a:cubicBezTo>
                <a:cubicBezTo>
                  <a:pt x="41319" y="15604"/>
                  <a:pt x="25326" y="19923"/>
                  <a:pt x="25987" y="15301"/>
                </a:cubicBezTo>
                <a:cubicBezTo>
                  <a:pt x="26625" y="10839"/>
                  <a:pt x="33301" y="9621"/>
                  <a:pt x="37660" y="8474"/>
                </a:cubicBezTo>
                <a:cubicBezTo>
                  <a:pt x="48374" y="5654"/>
                  <a:pt x="59437" y="4147"/>
                  <a:pt x="70474" y="3188"/>
                </a:cubicBezTo>
                <a:cubicBezTo>
                  <a:pt x="96603" y="917"/>
                  <a:pt x="122872" y="-311"/>
                  <a:pt x="149097" y="105"/>
                </a:cubicBezTo>
              </a:path>
            </a:pathLst>
          </a:cu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2" name="Google Shape;532;p82"/>
          <p:cNvSpPr txBox="1"/>
          <p:nvPr>
            <p:ph idx="4" type="body"/>
          </p:nvPr>
        </p:nvSpPr>
        <p:spPr>
          <a:xfrm>
            <a:off x="264600" y="1344900"/>
            <a:ext cx="8614800" cy="14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>
                <a:latin typeface="Oswald"/>
                <a:ea typeface="Oswald"/>
                <a:cs typeface="Oswald"/>
                <a:sym typeface="Oswald"/>
              </a:rPr>
              <a:t>Detecting</a:t>
            </a:r>
            <a:r>
              <a:rPr lang="en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"/>
              <a:t>Data leakage</a:t>
            </a:r>
            <a:r>
              <a:rPr lang="en">
                <a:latin typeface="Oswald"/>
                <a:ea typeface="Oswald"/>
                <a:cs typeface="Oswald"/>
                <a:sym typeface="Oswald"/>
              </a:rPr>
              <a:t> requires organizations to be aware of how models are prepared and processed; it requires </a:t>
            </a:r>
            <a:r>
              <a:rPr lang="en">
                <a:latin typeface="Oswald"/>
                <a:ea typeface="Oswald"/>
                <a:cs typeface="Oswald"/>
                <a:sym typeface="Oswald"/>
              </a:rPr>
              <a:t>rigorous</a:t>
            </a:r>
            <a:r>
              <a:rPr lang="en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">
                <a:latin typeface="Oswald"/>
                <a:ea typeface="Oswald"/>
                <a:cs typeface="Oswald"/>
                <a:sym typeface="Oswald"/>
              </a:rPr>
              <a:t>strategies</a:t>
            </a:r>
            <a:r>
              <a:rPr lang="en">
                <a:latin typeface="Oswald"/>
                <a:ea typeface="Oswald"/>
                <a:cs typeface="Oswald"/>
                <a:sym typeface="Oswald"/>
              </a:rPr>
              <a:t> for validating the integrity of machine learning models.”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82"/>
          <p:cNvSpPr txBox="1"/>
          <p:nvPr/>
        </p:nvSpPr>
        <p:spPr>
          <a:xfrm>
            <a:off x="736800" y="4438350"/>
            <a:ext cx="52395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Mucci, T. (2024, September 30). </a:t>
            </a:r>
            <a:r>
              <a:rPr i="1" lang="en" sz="1200">
                <a:solidFill>
                  <a:schemeClr val="lt2"/>
                </a:solidFill>
              </a:rPr>
              <a:t>Data leakage in machine learning</a:t>
            </a:r>
            <a:r>
              <a:rPr lang="en" sz="1200">
                <a:solidFill>
                  <a:schemeClr val="lt2"/>
                </a:solidFill>
              </a:rPr>
              <a:t>. Ibm.com. https://www.ibm.com/think/topics/data-leakage-machine-learning</a:t>
            </a:r>
            <a:endParaRPr sz="1200">
              <a:solidFill>
                <a:schemeClr val="lt2"/>
              </a:solidFill>
            </a:endParaRPr>
          </a:p>
          <a:p>
            <a:pPr indent="-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8" name="Google Shape;538;p83"/>
          <p:cNvGrpSpPr/>
          <p:nvPr/>
        </p:nvGrpSpPr>
        <p:grpSpPr>
          <a:xfrm>
            <a:off x="7677394" y="54436"/>
            <a:ext cx="1466613" cy="1644803"/>
            <a:chOff x="622887" y="1618050"/>
            <a:chExt cx="1264213" cy="1417811"/>
          </a:xfrm>
        </p:grpSpPr>
        <p:sp>
          <p:nvSpPr>
            <p:cNvPr id="539" name="Google Shape;539;p83"/>
            <p:cNvSpPr/>
            <p:nvPr/>
          </p:nvSpPr>
          <p:spPr>
            <a:xfrm>
              <a:off x="828075" y="1618050"/>
              <a:ext cx="679356" cy="679856"/>
            </a:xfrm>
            <a:custGeom>
              <a:rect b="b" l="l" r="r" t="t"/>
              <a:pathLst>
                <a:path extrusionOk="0" h="35976" w="36271">
                  <a:moveTo>
                    <a:pt x="0" y="35976"/>
                  </a:moveTo>
                  <a:cubicBezTo>
                    <a:pt x="5364" y="30612"/>
                    <a:pt x="13576" y="25722"/>
                    <a:pt x="14158" y="18159"/>
                  </a:cubicBezTo>
                  <a:cubicBezTo>
                    <a:pt x="14618" y="12175"/>
                    <a:pt x="7219" y="1256"/>
                    <a:pt x="13124" y="183"/>
                  </a:cubicBezTo>
                  <a:cubicBezTo>
                    <a:pt x="18654" y="-822"/>
                    <a:pt x="25860" y="2567"/>
                    <a:pt x="28237" y="7660"/>
                  </a:cubicBezTo>
                  <a:cubicBezTo>
                    <a:pt x="30425" y="12349"/>
                    <a:pt x="25678" y="18366"/>
                    <a:pt x="27601" y="23170"/>
                  </a:cubicBezTo>
                  <a:cubicBezTo>
                    <a:pt x="28957" y="26557"/>
                    <a:pt x="32958" y="28323"/>
                    <a:pt x="36271" y="29851"/>
                  </a:cubicBezTo>
                </a:path>
              </a:pathLst>
            </a:custGeom>
            <a:noFill/>
            <a:ln cap="flat" cmpd="sng" w="54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40" name="Google Shape;540;p83"/>
            <p:cNvSpPr/>
            <p:nvPr/>
          </p:nvSpPr>
          <p:spPr>
            <a:xfrm>
              <a:off x="828507" y="2680456"/>
              <a:ext cx="528206" cy="309970"/>
            </a:xfrm>
            <a:custGeom>
              <a:rect b="b" l="l" r="r" t="t"/>
              <a:pathLst>
                <a:path extrusionOk="0" h="16094" w="27425">
                  <a:moveTo>
                    <a:pt x="0" y="0"/>
                  </a:moveTo>
                  <a:cubicBezTo>
                    <a:pt x="2444" y="4078"/>
                    <a:pt x="4357" y="8877"/>
                    <a:pt x="8211" y="11660"/>
                  </a:cubicBezTo>
                  <a:cubicBezTo>
                    <a:pt x="13539" y="15509"/>
                    <a:pt x="20852" y="16094"/>
                    <a:pt x="27425" y="16094"/>
                  </a:cubicBezTo>
                </a:path>
              </a:pathLst>
            </a:custGeom>
            <a:noFill/>
            <a:ln cap="flat" cmpd="sng" w="54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41" name="Google Shape;541;p83"/>
            <p:cNvSpPr/>
            <p:nvPr/>
          </p:nvSpPr>
          <p:spPr>
            <a:xfrm>
              <a:off x="1286066" y="2424849"/>
              <a:ext cx="588740" cy="239267"/>
            </a:xfrm>
            <a:custGeom>
              <a:rect b="b" l="l" r="r" t="t"/>
              <a:pathLst>
                <a:path extrusionOk="0" h="12423" w="30568">
                  <a:moveTo>
                    <a:pt x="7774" y="133"/>
                  </a:moveTo>
                  <a:cubicBezTo>
                    <a:pt x="5400" y="-262"/>
                    <a:pt x="2353" y="368"/>
                    <a:pt x="876" y="2268"/>
                  </a:cubicBezTo>
                  <a:cubicBezTo>
                    <a:pt x="-478" y="4010"/>
                    <a:pt x="-195" y="7702"/>
                    <a:pt x="1697" y="8837"/>
                  </a:cubicBezTo>
                  <a:cubicBezTo>
                    <a:pt x="9900" y="13758"/>
                    <a:pt x="24967" y="14169"/>
                    <a:pt x="30272" y="6209"/>
                  </a:cubicBezTo>
                  <a:cubicBezTo>
                    <a:pt x="31917" y="3740"/>
                    <a:pt x="26178" y="790"/>
                    <a:pt x="23211" y="790"/>
                  </a:cubicBezTo>
                </a:path>
              </a:pathLst>
            </a:custGeom>
            <a:noFill/>
            <a:ln cap="flat" cmpd="sng" w="54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42" name="Google Shape;542;p83"/>
            <p:cNvSpPr/>
            <p:nvPr/>
          </p:nvSpPr>
          <p:spPr>
            <a:xfrm>
              <a:off x="1296729" y="2645673"/>
              <a:ext cx="507097" cy="209202"/>
            </a:xfrm>
            <a:custGeom>
              <a:rect b="b" l="l" r="r" t="t"/>
              <a:pathLst>
                <a:path extrusionOk="0" h="10862" w="26329">
                  <a:moveTo>
                    <a:pt x="5742" y="0"/>
                  </a:moveTo>
                  <a:cubicBezTo>
                    <a:pt x="2794" y="420"/>
                    <a:pt x="-1373" y="4899"/>
                    <a:pt x="487" y="7225"/>
                  </a:cubicBezTo>
                  <a:cubicBezTo>
                    <a:pt x="4074" y="11711"/>
                    <a:pt x="11673" y="10919"/>
                    <a:pt x="17402" y="10510"/>
                  </a:cubicBezTo>
                  <a:cubicBezTo>
                    <a:pt x="20625" y="10280"/>
                    <a:pt x="24863" y="9223"/>
                    <a:pt x="26106" y="6240"/>
                  </a:cubicBezTo>
                  <a:cubicBezTo>
                    <a:pt x="27052" y="3969"/>
                    <a:pt x="24624" y="0"/>
                    <a:pt x="22164" y="0"/>
                  </a:cubicBezTo>
                </a:path>
              </a:pathLst>
            </a:custGeom>
            <a:noFill/>
            <a:ln cap="flat" cmpd="sng" w="54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43" name="Google Shape;543;p83"/>
            <p:cNvSpPr/>
            <p:nvPr/>
          </p:nvSpPr>
          <p:spPr>
            <a:xfrm>
              <a:off x="1353974" y="2848096"/>
              <a:ext cx="377689" cy="187766"/>
            </a:xfrm>
            <a:custGeom>
              <a:rect b="b" l="l" r="r" t="t"/>
              <a:pathLst>
                <a:path extrusionOk="0" h="9749" w="19610">
                  <a:moveTo>
                    <a:pt x="3427" y="0"/>
                  </a:moveTo>
                  <a:cubicBezTo>
                    <a:pt x="1036" y="398"/>
                    <a:pt x="-710" y="4368"/>
                    <a:pt x="306" y="6569"/>
                  </a:cubicBezTo>
                  <a:cubicBezTo>
                    <a:pt x="1546" y="9257"/>
                    <a:pt x="5731" y="9279"/>
                    <a:pt x="8682" y="9525"/>
                  </a:cubicBezTo>
                  <a:cubicBezTo>
                    <a:pt x="11768" y="9782"/>
                    <a:pt x="15460" y="10145"/>
                    <a:pt x="17878" y="8211"/>
                  </a:cubicBezTo>
                  <a:cubicBezTo>
                    <a:pt x="19973" y="6536"/>
                    <a:pt x="20368" y="1161"/>
                    <a:pt x="17878" y="164"/>
                  </a:cubicBezTo>
                </a:path>
              </a:pathLst>
            </a:custGeom>
            <a:noFill/>
            <a:ln cap="flat" cmpd="sng" w="54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44" name="Google Shape;544;p83"/>
            <p:cNvSpPr/>
            <p:nvPr/>
          </p:nvSpPr>
          <p:spPr>
            <a:xfrm>
              <a:off x="1049900" y="2500164"/>
              <a:ext cx="145509" cy="237225"/>
            </a:xfrm>
            <a:custGeom>
              <a:rect b="b" l="l" r="r" t="t"/>
              <a:pathLst>
                <a:path extrusionOk="0" h="12317" w="7555">
                  <a:moveTo>
                    <a:pt x="0" y="0"/>
                  </a:moveTo>
                  <a:cubicBezTo>
                    <a:pt x="4008" y="2671"/>
                    <a:pt x="7555" y="7501"/>
                    <a:pt x="7555" y="12317"/>
                  </a:cubicBezTo>
                </a:path>
              </a:pathLst>
            </a:custGeom>
            <a:noFill/>
            <a:ln cap="flat" cmpd="sng" w="54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45" name="Google Shape;545;p83"/>
            <p:cNvSpPr/>
            <p:nvPr/>
          </p:nvSpPr>
          <p:spPr>
            <a:xfrm>
              <a:off x="622887" y="2226806"/>
              <a:ext cx="265749" cy="15100"/>
            </a:xfrm>
            <a:custGeom>
              <a:rect b="b" l="l" r="r" t="t"/>
              <a:pathLst>
                <a:path extrusionOk="0" h="784" w="13798">
                  <a:moveTo>
                    <a:pt x="13798" y="0"/>
                  </a:moveTo>
                  <a:cubicBezTo>
                    <a:pt x="9227" y="572"/>
                    <a:pt x="4607" y="784"/>
                    <a:pt x="0" y="784"/>
                  </a:cubicBezTo>
                </a:path>
              </a:pathLst>
            </a:custGeom>
            <a:noFill/>
            <a:ln cap="flat" cmpd="sng" w="54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46" name="Google Shape;546;p83"/>
            <p:cNvSpPr/>
            <p:nvPr/>
          </p:nvSpPr>
          <p:spPr>
            <a:xfrm>
              <a:off x="675447" y="2860239"/>
              <a:ext cx="274802" cy="50346"/>
            </a:xfrm>
            <a:custGeom>
              <a:rect b="b" l="l" r="r" t="t"/>
              <a:pathLst>
                <a:path extrusionOk="0" h="2614" w="14268">
                  <a:moveTo>
                    <a:pt x="14268" y="262"/>
                  </a:moveTo>
                  <a:cubicBezTo>
                    <a:pt x="9514" y="-531"/>
                    <a:pt x="4475" y="822"/>
                    <a:pt x="0" y="2614"/>
                  </a:cubicBezTo>
                </a:path>
              </a:pathLst>
            </a:custGeom>
            <a:noFill/>
            <a:ln cap="flat" cmpd="sng" w="54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547" name="Google Shape;547;p83"/>
            <p:cNvGrpSpPr/>
            <p:nvPr/>
          </p:nvGrpSpPr>
          <p:grpSpPr>
            <a:xfrm>
              <a:off x="1366249" y="2166376"/>
              <a:ext cx="520850" cy="289275"/>
              <a:chOff x="1366249" y="2166376"/>
              <a:chExt cx="520850" cy="289275"/>
            </a:xfrm>
          </p:grpSpPr>
          <p:sp>
            <p:nvSpPr>
              <p:cNvPr id="548" name="Google Shape;548;p83"/>
              <p:cNvSpPr/>
              <p:nvPr/>
            </p:nvSpPr>
            <p:spPr>
              <a:xfrm>
                <a:off x="1366249" y="2166376"/>
                <a:ext cx="520850" cy="289275"/>
              </a:xfrm>
              <a:custGeom>
                <a:rect b="b" l="l" r="r" t="t"/>
                <a:pathLst>
                  <a:path extrusionOk="0" h="11571" w="20834">
                    <a:moveTo>
                      <a:pt x="1479" y="2214"/>
                    </a:moveTo>
                    <a:cubicBezTo>
                      <a:pt x="6787" y="-1539"/>
                      <a:pt x="22543" y="-581"/>
                      <a:pt x="20677" y="5646"/>
                    </a:cubicBezTo>
                    <a:cubicBezTo>
                      <a:pt x="18887" y="11620"/>
                      <a:pt x="8328" y="12813"/>
                      <a:pt x="2581" y="10393"/>
                    </a:cubicBezTo>
                    <a:cubicBezTo>
                      <a:pt x="137" y="9364"/>
                      <a:pt x="-931" y="4398"/>
                      <a:pt x="1013" y="2595"/>
                    </a:cubicBezTo>
                  </a:path>
                </a:pathLst>
              </a:custGeom>
              <a:noFill/>
              <a:ln cap="flat" cmpd="sng" w="54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49" name="Google Shape;549;p83"/>
              <p:cNvSpPr/>
              <p:nvPr/>
            </p:nvSpPr>
            <p:spPr>
              <a:xfrm rot="-803123">
                <a:off x="1386303" y="2217164"/>
                <a:ext cx="26939" cy="14540"/>
              </a:xfrm>
              <a:custGeom>
                <a:rect b="b" l="l" r="r" t="t"/>
                <a:pathLst>
                  <a:path extrusionOk="0" h="297" w="722">
                    <a:moveTo>
                      <a:pt x="722" y="0"/>
                    </a:moveTo>
                    <a:cubicBezTo>
                      <a:pt x="361" y="149"/>
                      <a:pt x="361" y="149"/>
                      <a:pt x="0" y="297"/>
                    </a:cubicBezTo>
                  </a:path>
                </a:pathLst>
              </a:custGeom>
              <a:noFill/>
              <a:ln cap="flat" cmpd="sng" w="54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  <p:sp>
        <p:nvSpPr>
          <p:cNvPr id="550" name="Google Shape;550;p83"/>
          <p:cNvSpPr txBox="1"/>
          <p:nvPr/>
        </p:nvSpPr>
        <p:spPr>
          <a:xfrm>
            <a:off x="285575" y="1532227"/>
            <a:ext cx="69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01.</a:t>
            </a:r>
            <a:endParaRPr sz="4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51" name="Google Shape;551;p83"/>
          <p:cNvSpPr txBox="1"/>
          <p:nvPr/>
        </p:nvSpPr>
        <p:spPr>
          <a:xfrm>
            <a:off x="3197928" y="1532227"/>
            <a:ext cx="69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02.</a:t>
            </a:r>
            <a:endParaRPr sz="4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52" name="Google Shape;552;p83"/>
          <p:cNvSpPr txBox="1"/>
          <p:nvPr/>
        </p:nvSpPr>
        <p:spPr>
          <a:xfrm>
            <a:off x="6110300" y="1532227"/>
            <a:ext cx="69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03.</a:t>
            </a:r>
            <a:endParaRPr sz="4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53" name="Google Shape;553;p83"/>
          <p:cNvSpPr txBox="1"/>
          <p:nvPr/>
        </p:nvSpPr>
        <p:spPr>
          <a:xfrm>
            <a:off x="285575" y="2949650"/>
            <a:ext cx="69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04.</a:t>
            </a:r>
            <a:endParaRPr sz="4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54" name="Google Shape;554;p83"/>
          <p:cNvSpPr txBox="1"/>
          <p:nvPr/>
        </p:nvSpPr>
        <p:spPr>
          <a:xfrm>
            <a:off x="3197928" y="2949650"/>
            <a:ext cx="69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05.</a:t>
            </a:r>
            <a:endParaRPr sz="4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55" name="Google Shape;555;p83"/>
          <p:cNvSpPr txBox="1"/>
          <p:nvPr/>
        </p:nvSpPr>
        <p:spPr>
          <a:xfrm>
            <a:off x="6110300" y="2949650"/>
            <a:ext cx="69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06.</a:t>
            </a:r>
            <a:endParaRPr sz="4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56" name="Google Shape;556;p83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Mitigation techniques</a:t>
            </a:r>
            <a:endParaRPr/>
          </a:p>
        </p:txBody>
      </p:sp>
      <p:sp>
        <p:nvSpPr>
          <p:cNvPr id="557" name="Google Shape;557;p83"/>
          <p:cNvSpPr txBox="1"/>
          <p:nvPr>
            <p:ph idx="1" type="body"/>
          </p:nvPr>
        </p:nvSpPr>
        <p:spPr>
          <a:xfrm>
            <a:off x="6808175" y="2947850"/>
            <a:ext cx="23358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not always obvious that </a:t>
            </a:r>
            <a:r>
              <a:rPr lang="en"/>
              <a:t>certain</a:t>
            </a:r>
            <a:r>
              <a:rPr lang="en"/>
              <a:t> features will not </a:t>
            </a:r>
            <a:r>
              <a:rPr i="1" lang="en"/>
              <a:t>always </a:t>
            </a:r>
            <a:r>
              <a:rPr lang="en"/>
              <a:t>be available </a:t>
            </a:r>
            <a:r>
              <a:rPr i="1" lang="en"/>
              <a:t>after </a:t>
            </a:r>
            <a:r>
              <a:rPr lang="en"/>
              <a:t>model deployment.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Always recheck!</a:t>
            </a:r>
            <a:endParaRPr/>
          </a:p>
        </p:txBody>
      </p:sp>
      <p:sp>
        <p:nvSpPr>
          <p:cNvPr id="558" name="Google Shape;558;p83"/>
          <p:cNvSpPr txBox="1"/>
          <p:nvPr>
            <p:ph idx="2" type="body"/>
          </p:nvPr>
        </p:nvSpPr>
        <p:spPr>
          <a:xfrm>
            <a:off x="3895799" y="2947851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If removal of feature is not advisable, reduce the </a:t>
            </a:r>
            <a:r>
              <a:rPr lang="en"/>
              <a:t>weights</a:t>
            </a:r>
            <a:r>
              <a:rPr lang="en"/>
              <a:t> with regularization.</a:t>
            </a:r>
            <a:endParaRPr/>
          </a:p>
        </p:txBody>
      </p:sp>
      <p:sp>
        <p:nvSpPr>
          <p:cNvPr id="559" name="Google Shape;559;p83"/>
          <p:cNvSpPr txBox="1"/>
          <p:nvPr>
            <p:ph idx="4" type="body"/>
          </p:nvPr>
        </p:nvSpPr>
        <p:spPr>
          <a:xfrm>
            <a:off x="983450" y="2947850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Ensure proper validation processes.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 partway or cross validation reruns. </a:t>
            </a:r>
            <a:endParaRPr/>
          </a:p>
        </p:txBody>
      </p:sp>
      <p:sp>
        <p:nvSpPr>
          <p:cNvPr id="560" name="Google Shape;560;p83"/>
          <p:cNvSpPr txBox="1"/>
          <p:nvPr>
            <p:ph idx="1" type="body"/>
          </p:nvPr>
        </p:nvSpPr>
        <p:spPr>
          <a:xfrm>
            <a:off x="6808175" y="1532227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/>
              <a:t>Drop features that introduce future data.</a:t>
            </a:r>
            <a:endParaRPr/>
          </a:p>
        </p:txBody>
      </p:sp>
      <p:sp>
        <p:nvSpPr>
          <p:cNvPr id="561" name="Google Shape;561;p83"/>
          <p:cNvSpPr txBox="1"/>
          <p:nvPr>
            <p:ph idx="2" type="body"/>
          </p:nvPr>
        </p:nvSpPr>
        <p:spPr>
          <a:xfrm>
            <a:off x="3895799" y="1532227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/>
              <a:t>Monitor correlation of features post data transformations such as scaling or normalizing features.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83"/>
          <p:cNvSpPr txBox="1"/>
          <p:nvPr>
            <p:ph idx="4" type="body"/>
          </p:nvPr>
        </p:nvSpPr>
        <p:spPr>
          <a:xfrm>
            <a:off x="983450" y="1532227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Monitor correlation of all engineered features prior to model training.</a:t>
            </a:r>
            <a:endParaRPr/>
          </a:p>
        </p:txBody>
      </p:sp>
      <p:sp>
        <p:nvSpPr>
          <p:cNvPr id="563" name="Google Shape;563;p83"/>
          <p:cNvSpPr txBox="1"/>
          <p:nvPr/>
        </p:nvSpPr>
        <p:spPr>
          <a:xfrm>
            <a:off x="695971" y="4461793"/>
            <a:ext cx="52395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Mucci, T. (2024, September 30). </a:t>
            </a:r>
            <a:r>
              <a:rPr i="1" lang="en" sz="1200">
                <a:solidFill>
                  <a:schemeClr val="lt2"/>
                </a:solidFill>
              </a:rPr>
              <a:t>Data leakage machine learning</a:t>
            </a:r>
            <a:r>
              <a:rPr lang="en" sz="1200">
                <a:solidFill>
                  <a:schemeClr val="lt2"/>
                </a:solidFill>
              </a:rPr>
              <a:t>. Ibm.com. https://www.ibm.com/think/topics/data-leakage-machine-learning</a:t>
            </a:r>
            <a:endParaRPr sz="1200">
              <a:solidFill>
                <a:schemeClr val="lt2"/>
              </a:solidFill>
            </a:endParaRPr>
          </a:p>
          <a:p>
            <a:pPr indent="-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8" name="Google Shape;568;p84"/>
          <p:cNvGrpSpPr/>
          <p:nvPr/>
        </p:nvGrpSpPr>
        <p:grpSpPr>
          <a:xfrm>
            <a:off x="7835200" y="78885"/>
            <a:ext cx="1267339" cy="1158280"/>
            <a:chOff x="4840739" y="3323125"/>
            <a:chExt cx="1442125" cy="1318025"/>
          </a:xfrm>
        </p:grpSpPr>
        <p:sp>
          <p:nvSpPr>
            <p:cNvPr id="569" name="Google Shape;569;p84"/>
            <p:cNvSpPr/>
            <p:nvPr/>
          </p:nvSpPr>
          <p:spPr>
            <a:xfrm rot="10800000">
              <a:off x="4840739" y="3323125"/>
              <a:ext cx="1442125" cy="1318025"/>
            </a:xfrm>
            <a:custGeom>
              <a:rect b="b" l="l" r="r" t="t"/>
              <a:pathLst>
                <a:path extrusionOk="0" h="52721" w="57685">
                  <a:moveTo>
                    <a:pt x="38150" y="3969"/>
                  </a:moveTo>
                  <a:cubicBezTo>
                    <a:pt x="44392" y="6049"/>
                    <a:pt x="51950" y="8179"/>
                    <a:pt x="55215" y="13891"/>
                  </a:cubicBezTo>
                  <a:cubicBezTo>
                    <a:pt x="59299" y="21035"/>
                    <a:pt x="57796" y="31651"/>
                    <a:pt x="53231" y="38497"/>
                  </a:cubicBezTo>
                  <a:cubicBezTo>
                    <a:pt x="44350" y="51817"/>
                    <a:pt x="17969" y="57864"/>
                    <a:pt x="6003" y="47228"/>
                  </a:cubicBezTo>
                  <a:cubicBezTo>
                    <a:pt x="-1917" y="40188"/>
                    <a:pt x="-1462" y="24295"/>
                    <a:pt x="4415" y="15478"/>
                  </a:cubicBezTo>
                  <a:cubicBezTo>
                    <a:pt x="11011" y="5582"/>
                    <a:pt x="25127" y="3268"/>
                    <a:pt x="36562" y="0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70" name="Google Shape;570;p84"/>
            <p:cNvSpPr/>
            <p:nvPr/>
          </p:nvSpPr>
          <p:spPr>
            <a:xfrm>
              <a:off x="5322505" y="3830050"/>
              <a:ext cx="573750" cy="377225"/>
            </a:xfrm>
            <a:custGeom>
              <a:rect b="b" l="l" r="r" t="t"/>
              <a:pathLst>
                <a:path extrusionOk="0" h="15089" w="22950">
                  <a:moveTo>
                    <a:pt x="22950" y="1984"/>
                  </a:moveTo>
                  <a:cubicBezTo>
                    <a:pt x="20749" y="9685"/>
                    <a:pt x="9631" y="17539"/>
                    <a:pt x="2312" y="14287"/>
                  </a:cubicBezTo>
                  <a:cubicBezTo>
                    <a:pt x="-2047" y="12350"/>
                    <a:pt x="971" y="4265"/>
                    <a:pt x="3106" y="0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71" name="Google Shape;571;p84"/>
            <p:cNvSpPr/>
            <p:nvPr/>
          </p:nvSpPr>
          <p:spPr>
            <a:xfrm>
              <a:off x="5797200" y="3714250"/>
              <a:ext cx="7350" cy="36625"/>
            </a:xfrm>
            <a:custGeom>
              <a:rect b="b" l="l" r="r" t="t"/>
              <a:pathLst>
                <a:path extrusionOk="0" h="1465" w="294">
                  <a:moveTo>
                    <a:pt x="294" y="0"/>
                  </a:moveTo>
                  <a:cubicBezTo>
                    <a:pt x="147" y="733"/>
                    <a:pt x="147" y="733"/>
                    <a:pt x="0" y="1465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72" name="Google Shape;572;p84"/>
            <p:cNvSpPr/>
            <p:nvPr/>
          </p:nvSpPr>
          <p:spPr>
            <a:xfrm>
              <a:off x="5605700" y="3677625"/>
              <a:ext cx="7350" cy="36625"/>
            </a:xfrm>
            <a:custGeom>
              <a:rect b="b" l="l" r="r" t="t"/>
              <a:pathLst>
                <a:path extrusionOk="0" h="1465" w="294">
                  <a:moveTo>
                    <a:pt x="294" y="0"/>
                  </a:moveTo>
                  <a:cubicBezTo>
                    <a:pt x="147" y="733"/>
                    <a:pt x="147" y="733"/>
                    <a:pt x="0" y="1465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573" name="Google Shape;573;p84"/>
          <p:cNvSpPr txBox="1"/>
          <p:nvPr>
            <p:ph idx="4" type="body"/>
          </p:nvPr>
        </p:nvSpPr>
        <p:spPr>
          <a:xfrm>
            <a:off x="264600" y="1344900"/>
            <a:ext cx="8614800" cy="14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 “</a:t>
            </a:r>
            <a:r>
              <a:rPr lang="en" sz="2900">
                <a:latin typeface="Oswald"/>
                <a:ea typeface="Oswald"/>
                <a:cs typeface="Oswald"/>
                <a:sym typeface="Oswald"/>
              </a:rPr>
              <a:t>A national library of medicine study found that across 17 different scientific fields where machine learning methods have been applied, at least 294 scientific papers were affected by</a:t>
            </a:r>
            <a:r>
              <a:rPr lang="en" sz="3100"/>
              <a:t> data leakage</a:t>
            </a:r>
            <a:r>
              <a:rPr lang="en" sz="3100">
                <a:latin typeface="Oswald"/>
                <a:ea typeface="Oswald"/>
                <a:cs typeface="Oswald"/>
                <a:sym typeface="Oswald"/>
              </a:rPr>
              <a:t>, leading to overly optimistic performance.</a:t>
            </a:r>
            <a:r>
              <a:rPr lang="en" sz="3100"/>
              <a:t>” </a:t>
            </a:r>
            <a:endParaRPr sz="3100"/>
          </a:p>
        </p:txBody>
      </p:sp>
      <p:sp>
        <p:nvSpPr>
          <p:cNvPr id="574" name="Google Shape;574;p84"/>
          <p:cNvSpPr txBox="1"/>
          <p:nvPr>
            <p:ph idx="1" type="body"/>
          </p:nvPr>
        </p:nvSpPr>
        <p:spPr>
          <a:xfrm>
            <a:off x="264600" y="3354864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Many are quick to blame model engineers for data leakage. To some extent this is true, but it is a common mistake!</a:t>
            </a:r>
            <a:endParaRPr/>
          </a:p>
        </p:txBody>
      </p:sp>
      <p:sp>
        <p:nvSpPr>
          <p:cNvPr id="575" name="Google Shape;575;p84"/>
          <p:cNvSpPr txBox="1"/>
          <p:nvPr>
            <p:ph idx="2" type="body"/>
          </p:nvPr>
        </p:nvSpPr>
        <p:spPr>
          <a:xfrm>
            <a:off x="5966850" y="3450114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Always double check feature availability of use case after deployment.</a:t>
            </a:r>
            <a:endParaRPr/>
          </a:p>
        </p:txBody>
      </p:sp>
      <p:sp>
        <p:nvSpPr>
          <p:cNvPr id="576" name="Google Shape;576;p84"/>
          <p:cNvSpPr txBox="1"/>
          <p:nvPr>
            <p:ph idx="3" type="body"/>
          </p:nvPr>
        </p:nvSpPr>
        <p:spPr>
          <a:xfrm>
            <a:off x="3115725" y="3450114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As discussed there are preventative and mitigative measures that can be taken.</a:t>
            </a:r>
            <a:endParaRPr/>
          </a:p>
        </p:txBody>
      </p:sp>
      <p:sp>
        <p:nvSpPr>
          <p:cNvPr id="577" name="Google Shape;577;p84"/>
          <p:cNvSpPr txBox="1"/>
          <p:nvPr/>
        </p:nvSpPr>
        <p:spPr>
          <a:xfrm>
            <a:off x="264600" y="2898354"/>
            <a:ext cx="280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A.</a:t>
            </a:r>
            <a:endParaRPr sz="3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78" name="Google Shape;578;p84"/>
          <p:cNvSpPr txBox="1"/>
          <p:nvPr/>
        </p:nvSpPr>
        <p:spPr>
          <a:xfrm>
            <a:off x="3115725" y="2898354"/>
            <a:ext cx="280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B.</a:t>
            </a:r>
            <a:endParaRPr sz="3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79" name="Google Shape;579;p84"/>
          <p:cNvSpPr txBox="1"/>
          <p:nvPr/>
        </p:nvSpPr>
        <p:spPr>
          <a:xfrm>
            <a:off x="5966850" y="2898354"/>
            <a:ext cx="280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C.</a:t>
            </a:r>
            <a:endParaRPr sz="3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80" name="Google Shape;580;p84"/>
          <p:cNvSpPr txBox="1"/>
          <p:nvPr>
            <p:ph idx="5" type="subTitle"/>
          </p:nvPr>
        </p:nvSpPr>
        <p:spPr>
          <a:xfrm>
            <a:off x="269551" y="307025"/>
            <a:ext cx="52395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0C343D"/>
                </a:solidFill>
              </a:rPr>
              <a:t>Conclusion</a:t>
            </a:r>
            <a:endParaRPr sz="2400">
              <a:solidFill>
                <a:srgbClr val="0C343D"/>
              </a:solidFill>
            </a:endParaRPr>
          </a:p>
        </p:txBody>
      </p:sp>
      <p:sp>
        <p:nvSpPr>
          <p:cNvPr id="581" name="Google Shape;581;p84"/>
          <p:cNvSpPr/>
          <p:nvPr/>
        </p:nvSpPr>
        <p:spPr>
          <a:xfrm rot="249448">
            <a:off x="565436" y="777313"/>
            <a:ext cx="3727542" cy="433039"/>
          </a:xfrm>
          <a:custGeom>
            <a:rect b="b" l="l" r="r" t="t"/>
            <a:pathLst>
              <a:path extrusionOk="0" h="17321" w="149097">
                <a:moveTo>
                  <a:pt x="0" y="16843"/>
                </a:moveTo>
                <a:cubicBezTo>
                  <a:pt x="10025" y="13500"/>
                  <a:pt x="20512" y="11208"/>
                  <a:pt x="31053" y="10456"/>
                </a:cubicBezTo>
                <a:cubicBezTo>
                  <a:pt x="33851" y="10256"/>
                  <a:pt x="38283" y="8774"/>
                  <a:pt x="39422" y="11337"/>
                </a:cubicBezTo>
                <a:cubicBezTo>
                  <a:pt x="41319" y="15604"/>
                  <a:pt x="25326" y="19923"/>
                  <a:pt x="25987" y="15301"/>
                </a:cubicBezTo>
                <a:cubicBezTo>
                  <a:pt x="26625" y="10839"/>
                  <a:pt x="33301" y="9621"/>
                  <a:pt x="37660" y="8474"/>
                </a:cubicBezTo>
                <a:cubicBezTo>
                  <a:pt x="48374" y="5654"/>
                  <a:pt x="59437" y="4147"/>
                  <a:pt x="70474" y="3188"/>
                </a:cubicBezTo>
                <a:cubicBezTo>
                  <a:pt x="96603" y="917"/>
                  <a:pt x="122872" y="-311"/>
                  <a:pt x="149097" y="105"/>
                </a:cubicBezTo>
              </a:path>
            </a:pathLst>
          </a:cu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82" name="Google Shape;582;p84"/>
          <p:cNvSpPr txBox="1"/>
          <p:nvPr/>
        </p:nvSpPr>
        <p:spPr>
          <a:xfrm>
            <a:off x="695971" y="4625079"/>
            <a:ext cx="52395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Mucci, T. (2024, September 30). </a:t>
            </a:r>
            <a:r>
              <a:rPr i="1" lang="en" sz="1200">
                <a:solidFill>
                  <a:schemeClr val="lt2"/>
                </a:solidFill>
              </a:rPr>
              <a:t>Data leakage machine learning</a:t>
            </a:r>
            <a:r>
              <a:rPr lang="en" sz="1200">
                <a:solidFill>
                  <a:schemeClr val="lt2"/>
                </a:solidFill>
              </a:rPr>
              <a:t>. Ibm.com. https://www.ibm.com/think/topics/data-leakage-machine-learning</a:t>
            </a:r>
            <a:endParaRPr sz="1200">
              <a:solidFill>
                <a:schemeClr val="lt2"/>
              </a:solidFill>
            </a:endParaRPr>
          </a:p>
          <a:p>
            <a:pPr indent="-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85"/>
          <p:cNvSpPr txBox="1"/>
          <p:nvPr/>
        </p:nvSpPr>
        <p:spPr>
          <a:xfrm>
            <a:off x="62807" y="1753925"/>
            <a:ext cx="4290600" cy="140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101010"/>
                </a:solidFill>
                <a:latin typeface="DM Sans"/>
                <a:ea typeface="DM Sans"/>
                <a:cs typeface="DM Sans"/>
                <a:sym typeface="DM Sans"/>
              </a:rPr>
              <a:t>Managing Data Leakage</a:t>
            </a:r>
            <a:endParaRPr sz="2600">
              <a:solidFill>
                <a:srgbClr val="10101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01010"/>
                </a:solidFill>
                <a:latin typeface="DM Sans"/>
                <a:ea typeface="DM Sans"/>
                <a:cs typeface="DM Sans"/>
                <a:sym typeface="DM Sans"/>
              </a:rPr>
              <a:t>Mitigation and Prevention techniques</a:t>
            </a:r>
            <a:endParaRPr sz="2300">
              <a:solidFill>
                <a:srgbClr val="101010"/>
              </a:solidFill>
            </a:endParaRPr>
          </a:p>
        </p:txBody>
      </p:sp>
      <p:sp>
        <p:nvSpPr>
          <p:cNvPr id="588" name="Google Shape;588;p85"/>
          <p:cNvSpPr txBox="1"/>
          <p:nvPr/>
        </p:nvSpPr>
        <p:spPr>
          <a:xfrm>
            <a:off x="228600" y="394471"/>
            <a:ext cx="4029600" cy="13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Forum"/>
                <a:ea typeface="Forum"/>
                <a:cs typeface="Forum"/>
                <a:sym typeface="Forum"/>
              </a:rPr>
              <a:t>Thank You !</a:t>
            </a:r>
            <a:endParaRPr sz="3600"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89" name="Google Shape;589;p85"/>
          <p:cNvSpPr/>
          <p:nvPr/>
        </p:nvSpPr>
        <p:spPr>
          <a:xfrm>
            <a:off x="335000" y="3656299"/>
            <a:ext cx="3841500" cy="140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orum"/>
                <a:ea typeface="Forum"/>
                <a:cs typeface="Forum"/>
                <a:sym typeface="Forum"/>
              </a:rPr>
              <a:t>Presented by : </a:t>
            </a:r>
            <a:endParaRPr sz="17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orum"/>
                <a:ea typeface="Forum"/>
                <a:cs typeface="Forum"/>
                <a:sym typeface="Forum"/>
              </a:rPr>
              <a:t>Miami Machine Learning</a:t>
            </a:r>
            <a:endParaRPr sz="17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orum"/>
                <a:ea typeface="Forum"/>
                <a:cs typeface="Forum"/>
                <a:sym typeface="Forum"/>
              </a:rPr>
              <a:t>Email: arewa@neuraltransformers.org</a:t>
            </a:r>
            <a:endParaRPr sz="1700">
              <a:latin typeface="Forum"/>
              <a:ea typeface="Forum"/>
              <a:cs typeface="Forum"/>
              <a:sym typeface="Forum"/>
            </a:endParaRPr>
          </a:p>
        </p:txBody>
      </p:sp>
      <p:pic>
        <p:nvPicPr>
          <p:cNvPr id="590" name="Google Shape;590;p85" title="Miami Machine Learning Logo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5875" y="0"/>
            <a:ext cx="822962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hoto Album">
  <a:themeElements>
    <a:clrScheme name="Simple Light">
      <a:dk1>
        <a:srgbClr val="000000"/>
      </a:dk1>
      <a:lt1>
        <a:srgbClr val="F7CF46"/>
      </a:lt1>
      <a:dk2>
        <a:srgbClr val="4EACD3"/>
      </a:dk2>
      <a:lt2>
        <a:srgbClr val="F4B6AD"/>
      </a:lt2>
      <a:accent1>
        <a:srgbClr val="FF665A"/>
      </a:accent1>
      <a:accent2>
        <a:srgbClr val="D6DE57"/>
      </a:accent2>
      <a:accent3>
        <a:srgbClr val="4FAE4F"/>
      </a:accent3>
      <a:accent4>
        <a:srgbClr val="A0DFD1"/>
      </a:accent4>
      <a:accent5>
        <a:srgbClr val="FFFFFF"/>
      </a:accent5>
      <a:accent6>
        <a:srgbClr val="B4A7D6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How-to or  Mini-Lesson #2">
  <a:themeElements>
    <a:clrScheme name="Simple Light">
      <a:dk1>
        <a:srgbClr val="1E01FA"/>
      </a:dk1>
      <a:lt1>
        <a:srgbClr val="FFFFFF"/>
      </a:lt1>
      <a:dk2>
        <a:srgbClr val="BFEE1D"/>
      </a:dk2>
      <a:lt2>
        <a:srgbClr val="000000"/>
      </a:lt2>
      <a:accent1>
        <a:srgbClr val="FC9F5B"/>
      </a:accent1>
      <a:accent2>
        <a:srgbClr val="E75A7C"/>
      </a:accent2>
      <a:accent3>
        <a:srgbClr val="BFEDEF"/>
      </a:accent3>
      <a:accent4>
        <a:srgbClr val="337357"/>
      </a:accent4>
      <a:accent5>
        <a:srgbClr val="A8763E"/>
      </a:accent5>
      <a:accent6>
        <a:srgbClr val="45062E"/>
      </a:accent6>
      <a:hlink>
        <a:srgbClr val="BFEE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